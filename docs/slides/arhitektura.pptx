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 Вопросы о параметрах продукции (подбор по требованиям клиента, сравнение моделей, расчёты) решает программа по справочнику: точное значение, единица и источник; языковая модель чисел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Только по документам, справочнику параметров и учёту — со ссылкой на источник,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документы, справочник или учёт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Документы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Документы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PDF, Word, Excel, сканы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64592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512820" y="4462272"/>
            <a:ext cx="13258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021580" y="4462272"/>
            <a:ext cx="1874519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32994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3870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65732" y="406908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Справочник"/>
          <p:cNvSpPr/>
          <p:nvPr/>
        </p:nvSpPr>
        <p:spPr>
          <a:xfrm>
            <a:off x="7124700" y="4462272"/>
            <a:ext cx="265938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Справочник параметров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значение · единица · источник; подбор и расчёт — программой, без модели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918460" y="4041648"/>
            <a:ext cx="0" cy="301752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18460" y="4343400"/>
            <a:ext cx="5535930" cy="0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454390" y="4343400"/>
            <a:ext cx="0" cy="118872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170420" y="4114800"/>
            <a:ext cx="26593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о параметрах продукции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784080" y="4828032"/>
            <a:ext cx="2286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101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видеокарта: 12 ГБ на ПК или 4 ГБ на ноутбуке</a:t>
            </a:r>
          </a:p>
        </p:txBody>
      </p:sp>
      <p:sp>
        <p:nvSpPr>
          <p:cNvPr id="102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8,4 с на ноутбуке (RTX 3050 4 ГБ)</a:t>
            </a:r>
          </a:p>
        </p:txBody>
      </p:sp>
      <p:sp>
        <p:nvSpPr>
          <p:cNvPr id="103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