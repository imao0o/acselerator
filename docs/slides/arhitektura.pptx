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6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секунды,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запрос + таблица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виден пользователю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0,9 с на ответ (RTX 5070), около 7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