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защитой проверьте характеристики конкурентов по их сайтам — ячейки заполнены по общедоступным сведениям на октябрь 2026.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 34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 34).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страницу, понимает уточнения в диалоге.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49 из 49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12 из 12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Прототип, эталонный набор из 85 вопросов; неверных ответов, показанных пользователю, —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не в модели, а в гарантиях: работа в контуре, ссылка на пункт, измеренный честный отказ, документы и учётная база в одном окне. Отечественная языковая модель, без зарубежных облачных сервисов: всё работает в контуре предприятия.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 «Нейроэксперт»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облачный сервис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YandexGPT — облачная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Разные модели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 открытая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Подписка на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Решение уровня крупного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 34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 34: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 на эталонном наборе из 85 вопросов.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замеры скорости на ПК с видеокартой и без неё.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установка одной командой,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Распознавание сканов,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