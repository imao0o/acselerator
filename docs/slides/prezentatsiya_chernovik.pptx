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секунды,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защитой проверьте характеристики конкурентов по их сайтам — ячейки заполнены по общедоступным сведениям на октябрь 2026.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 28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 28).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36 из 36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 из 8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0,9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Прототип, эталонный набор из 52 вопросов; неверных ответов, показанных пользователю, —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0,9 с на ответ (RTX 5070), около 7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не в модели, а в гарантиях: работа в контуре, ссылка на пункт, измеренный честный отказ, документы и учётная база в одном окне. Решение полностью на отечественной и открытой основе, без зарубежных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 «Нейроэксперт»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облачный сервис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8 из 8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YandexGPT — облачная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Разные модели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 открытая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Подписка на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Решение уровня крупного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 28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36 из 36 верных ответов, 8 из 8 честных отказов на эталоне из 52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Отправлен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 28: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 на эталонном наборе из 52 вопросов.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замеры скорости на ПК с видеокартой и без неё.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52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установка одной командой,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отправлен,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Распознавание сканов,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