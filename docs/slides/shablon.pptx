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6" r:id="rId5"/>
    <p:sldId id="277" r:id="rId6"/>
    <p:sldId id="278" r:id="rId7"/>
    <p:sldId id="280" r:id="rId8"/>
    <p:sldId id="279" r:id="rId9"/>
    <p:sldId id="281" r:id="rId10"/>
    <p:sldId id="282" r:id="rId11"/>
    <p:sldId id="283" r:id="rId12"/>
    <p:sldId id="284" r:id="rId13"/>
    <p:sldId id="259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5" d="100"/>
          <a:sy n="115" d="100"/>
        </p:scale>
        <p:origin x="-312" y="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C8850-4F7C-4F32-A428-B45380D9B717}" type="datetimeFigureOut">
              <a:rPr lang="ru-RU" smtClean="0"/>
              <a:t>23.09.2026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87F60A-D650-4C24-A25C-12FAA49429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5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7F60A-D650-4C24-A25C-12FAA49429E4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7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25500" y="554287"/>
            <a:ext cx="10050780" cy="833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499" y="1479092"/>
            <a:ext cx="11125835" cy="4792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9145" y="6442645"/>
            <a:ext cx="2825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‹#›</a:t>
            </a:fld>
            <a:endParaRPr spc="-50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90296" y="511962"/>
            <a:ext cx="1520825" cy="551558"/>
          </a:xfrm>
          <a:custGeom>
            <a:avLst/>
            <a:gdLst/>
            <a:ahLst/>
            <a:cxnLst/>
            <a:rect l="l" t="t" r="r" b="b"/>
            <a:pathLst>
              <a:path w="5154295" h="1972945">
                <a:moveTo>
                  <a:pt x="1779397" y="1558163"/>
                </a:moveTo>
                <a:lnTo>
                  <a:pt x="1663064" y="1558163"/>
                </a:lnTo>
                <a:lnTo>
                  <a:pt x="1663064" y="1729867"/>
                </a:lnTo>
                <a:lnTo>
                  <a:pt x="1710563" y="1729867"/>
                </a:lnTo>
                <a:lnTo>
                  <a:pt x="1710563" y="1674876"/>
                </a:lnTo>
                <a:lnTo>
                  <a:pt x="1779397" y="1674876"/>
                </a:lnTo>
                <a:lnTo>
                  <a:pt x="1813046" y="1670518"/>
                </a:lnTo>
                <a:lnTo>
                  <a:pt x="1834943" y="1658493"/>
                </a:lnTo>
                <a:lnTo>
                  <a:pt x="1846816" y="1640371"/>
                </a:lnTo>
                <a:lnTo>
                  <a:pt x="1847403" y="1636649"/>
                </a:lnTo>
                <a:lnTo>
                  <a:pt x="1710563" y="1636649"/>
                </a:lnTo>
                <a:lnTo>
                  <a:pt x="1710563" y="1596517"/>
                </a:lnTo>
                <a:lnTo>
                  <a:pt x="1847555" y="1596517"/>
                </a:lnTo>
                <a:lnTo>
                  <a:pt x="1846905" y="1592238"/>
                </a:lnTo>
                <a:lnTo>
                  <a:pt x="1835181" y="1574196"/>
                </a:lnTo>
                <a:lnTo>
                  <a:pt x="1813313" y="1562393"/>
                </a:lnTo>
                <a:lnTo>
                  <a:pt x="1779397" y="1558163"/>
                </a:lnTo>
                <a:close/>
              </a:path>
              <a:path w="5154295" h="1972945">
                <a:moveTo>
                  <a:pt x="1847555" y="1596517"/>
                </a:moveTo>
                <a:lnTo>
                  <a:pt x="1775968" y="1596517"/>
                </a:lnTo>
                <a:lnTo>
                  <a:pt x="1787270" y="1597876"/>
                </a:lnTo>
                <a:lnTo>
                  <a:pt x="1795049" y="1601771"/>
                </a:lnTo>
                <a:lnTo>
                  <a:pt x="1799542" y="1607929"/>
                </a:lnTo>
                <a:lnTo>
                  <a:pt x="1800987" y="1616075"/>
                </a:lnTo>
                <a:lnTo>
                  <a:pt x="1800987" y="1616964"/>
                </a:lnTo>
                <a:lnTo>
                  <a:pt x="1799542" y="1625236"/>
                </a:lnTo>
                <a:lnTo>
                  <a:pt x="1795049" y="1631426"/>
                </a:lnTo>
                <a:lnTo>
                  <a:pt x="1787270" y="1635305"/>
                </a:lnTo>
                <a:lnTo>
                  <a:pt x="1775968" y="1636649"/>
                </a:lnTo>
                <a:lnTo>
                  <a:pt x="1847403" y="1636649"/>
                </a:lnTo>
                <a:lnTo>
                  <a:pt x="1850389" y="1617726"/>
                </a:lnTo>
                <a:lnTo>
                  <a:pt x="1850389" y="1615186"/>
                </a:lnTo>
                <a:lnTo>
                  <a:pt x="1847555" y="1596517"/>
                </a:lnTo>
                <a:close/>
              </a:path>
              <a:path w="5154295" h="1972945">
                <a:moveTo>
                  <a:pt x="1629791" y="1558163"/>
                </a:moveTo>
                <a:lnTo>
                  <a:pt x="1451864" y="1558163"/>
                </a:lnTo>
                <a:lnTo>
                  <a:pt x="1451864" y="1729867"/>
                </a:lnTo>
                <a:lnTo>
                  <a:pt x="1499362" y="1729867"/>
                </a:lnTo>
                <a:lnTo>
                  <a:pt x="1499362" y="1596009"/>
                </a:lnTo>
                <a:lnTo>
                  <a:pt x="1629791" y="1596009"/>
                </a:lnTo>
                <a:lnTo>
                  <a:pt x="1629791" y="1558163"/>
                </a:lnTo>
                <a:close/>
              </a:path>
              <a:path w="5154295" h="1972945">
                <a:moveTo>
                  <a:pt x="1629791" y="1596009"/>
                </a:moveTo>
                <a:lnTo>
                  <a:pt x="1582293" y="1596009"/>
                </a:lnTo>
                <a:lnTo>
                  <a:pt x="1582293" y="1729867"/>
                </a:lnTo>
                <a:lnTo>
                  <a:pt x="1629791" y="1729867"/>
                </a:lnTo>
                <a:lnTo>
                  <a:pt x="1629791" y="1596009"/>
                </a:lnTo>
                <a:close/>
              </a:path>
              <a:path w="5154295" h="1972945">
                <a:moveTo>
                  <a:pt x="1598676" y="1448562"/>
                </a:moveTo>
                <a:lnTo>
                  <a:pt x="1551177" y="1448562"/>
                </a:lnTo>
                <a:lnTo>
                  <a:pt x="1551177" y="1468374"/>
                </a:lnTo>
                <a:lnTo>
                  <a:pt x="1598676" y="1468374"/>
                </a:lnTo>
                <a:lnTo>
                  <a:pt x="1598676" y="1448562"/>
                </a:lnTo>
                <a:close/>
              </a:path>
              <a:path w="5154295" h="1972945">
                <a:moveTo>
                  <a:pt x="1630299" y="1309751"/>
                </a:moveTo>
                <a:lnTo>
                  <a:pt x="1519555" y="1309751"/>
                </a:lnTo>
                <a:lnTo>
                  <a:pt x="1487714" y="1313404"/>
                </a:lnTo>
                <a:lnTo>
                  <a:pt x="1462079" y="1325070"/>
                </a:lnTo>
                <a:lnTo>
                  <a:pt x="1444999" y="1345809"/>
                </a:lnTo>
                <a:lnTo>
                  <a:pt x="1438783" y="1376680"/>
                </a:lnTo>
                <a:lnTo>
                  <a:pt x="1438808" y="1378712"/>
                </a:lnTo>
                <a:lnTo>
                  <a:pt x="1462358" y="1431766"/>
                </a:lnTo>
                <a:lnTo>
                  <a:pt x="1519936" y="1448562"/>
                </a:lnTo>
                <a:lnTo>
                  <a:pt x="1629918" y="1448562"/>
                </a:lnTo>
                <a:lnTo>
                  <a:pt x="1661886" y="1444450"/>
                </a:lnTo>
                <a:lnTo>
                  <a:pt x="1687639" y="1431766"/>
                </a:lnTo>
                <a:lnTo>
                  <a:pt x="1704043" y="1410970"/>
                </a:lnTo>
                <a:lnTo>
                  <a:pt x="1529461" y="1410970"/>
                </a:lnTo>
                <a:lnTo>
                  <a:pt x="1511794" y="1409197"/>
                </a:lnTo>
                <a:lnTo>
                  <a:pt x="1498806" y="1403556"/>
                </a:lnTo>
                <a:lnTo>
                  <a:pt x="1490795" y="1393557"/>
                </a:lnTo>
                <a:lnTo>
                  <a:pt x="1488058" y="1378712"/>
                </a:lnTo>
                <a:lnTo>
                  <a:pt x="1488085" y="1376680"/>
                </a:lnTo>
                <a:lnTo>
                  <a:pt x="1490849" y="1363650"/>
                </a:lnTo>
                <a:lnTo>
                  <a:pt x="1498949" y="1354518"/>
                </a:lnTo>
                <a:lnTo>
                  <a:pt x="1511954" y="1349196"/>
                </a:lnTo>
                <a:lnTo>
                  <a:pt x="1529461" y="1347470"/>
                </a:lnTo>
                <a:lnTo>
                  <a:pt x="1705179" y="1347470"/>
                </a:lnTo>
                <a:lnTo>
                  <a:pt x="1704844" y="1345809"/>
                </a:lnTo>
                <a:lnTo>
                  <a:pt x="1687734" y="1325070"/>
                </a:lnTo>
                <a:lnTo>
                  <a:pt x="1662100" y="1313404"/>
                </a:lnTo>
                <a:lnTo>
                  <a:pt x="1630299" y="1309751"/>
                </a:lnTo>
                <a:close/>
              </a:path>
              <a:path w="5154295" h="1972945">
                <a:moveTo>
                  <a:pt x="1598676" y="1347470"/>
                </a:moveTo>
                <a:lnTo>
                  <a:pt x="1551177" y="1347470"/>
                </a:lnTo>
                <a:lnTo>
                  <a:pt x="1551177" y="1410970"/>
                </a:lnTo>
                <a:lnTo>
                  <a:pt x="1598676" y="1410970"/>
                </a:lnTo>
                <a:lnTo>
                  <a:pt x="1598676" y="1347470"/>
                </a:lnTo>
                <a:close/>
              </a:path>
              <a:path w="5154295" h="1972945">
                <a:moveTo>
                  <a:pt x="1705179" y="1347470"/>
                </a:moveTo>
                <a:lnTo>
                  <a:pt x="1620393" y="1347470"/>
                </a:lnTo>
                <a:lnTo>
                  <a:pt x="1637825" y="1349196"/>
                </a:lnTo>
                <a:lnTo>
                  <a:pt x="1650793" y="1354518"/>
                </a:lnTo>
                <a:lnTo>
                  <a:pt x="1658879" y="1363650"/>
                </a:lnTo>
                <a:lnTo>
                  <a:pt x="1661641" y="1376680"/>
                </a:lnTo>
                <a:lnTo>
                  <a:pt x="1661668" y="1378712"/>
                </a:lnTo>
                <a:lnTo>
                  <a:pt x="1658951" y="1393557"/>
                </a:lnTo>
                <a:lnTo>
                  <a:pt x="1650984" y="1403556"/>
                </a:lnTo>
                <a:lnTo>
                  <a:pt x="1638040" y="1409197"/>
                </a:lnTo>
                <a:lnTo>
                  <a:pt x="1620393" y="1410970"/>
                </a:lnTo>
                <a:lnTo>
                  <a:pt x="1704043" y="1410970"/>
                </a:lnTo>
                <a:lnTo>
                  <a:pt x="1704820" y="1409985"/>
                </a:lnTo>
                <a:lnTo>
                  <a:pt x="1711045" y="1378712"/>
                </a:lnTo>
                <a:lnTo>
                  <a:pt x="1711070" y="1376680"/>
                </a:lnTo>
                <a:lnTo>
                  <a:pt x="1705179" y="1347470"/>
                </a:lnTo>
                <a:close/>
              </a:path>
              <a:path w="5154295" h="1972945">
                <a:moveTo>
                  <a:pt x="1598676" y="1291971"/>
                </a:moveTo>
                <a:lnTo>
                  <a:pt x="1551177" y="1291971"/>
                </a:lnTo>
                <a:lnTo>
                  <a:pt x="1551177" y="1309751"/>
                </a:lnTo>
                <a:lnTo>
                  <a:pt x="1598676" y="1309751"/>
                </a:lnTo>
                <a:lnTo>
                  <a:pt x="1598676" y="1291971"/>
                </a:lnTo>
                <a:close/>
              </a:path>
              <a:path w="5154295" h="1972945">
                <a:moveTo>
                  <a:pt x="1565656" y="881253"/>
                </a:moveTo>
                <a:lnTo>
                  <a:pt x="1459230" y="881253"/>
                </a:lnTo>
                <a:lnTo>
                  <a:pt x="1459230" y="1094486"/>
                </a:lnTo>
                <a:lnTo>
                  <a:pt x="1565656" y="1094486"/>
                </a:lnTo>
                <a:lnTo>
                  <a:pt x="1565656" y="881253"/>
                </a:lnTo>
                <a:close/>
              </a:path>
              <a:path w="5154295" h="1972945">
                <a:moveTo>
                  <a:pt x="1683639" y="800100"/>
                </a:moveTo>
                <a:lnTo>
                  <a:pt x="1341374" y="800100"/>
                </a:lnTo>
                <a:lnTo>
                  <a:pt x="1341374" y="881253"/>
                </a:lnTo>
                <a:lnTo>
                  <a:pt x="1683639" y="881253"/>
                </a:lnTo>
                <a:lnTo>
                  <a:pt x="1683639" y="800100"/>
                </a:lnTo>
                <a:close/>
              </a:path>
              <a:path w="5154295" h="1972945">
                <a:moveTo>
                  <a:pt x="2550033" y="800100"/>
                </a:moveTo>
                <a:lnTo>
                  <a:pt x="2443099" y="800100"/>
                </a:lnTo>
                <a:lnTo>
                  <a:pt x="2443099" y="1094486"/>
                </a:lnTo>
                <a:lnTo>
                  <a:pt x="2550033" y="1094486"/>
                </a:lnTo>
                <a:lnTo>
                  <a:pt x="2550033" y="982853"/>
                </a:lnTo>
                <a:lnTo>
                  <a:pt x="2805557" y="982853"/>
                </a:lnTo>
                <a:lnTo>
                  <a:pt x="2805557" y="903732"/>
                </a:lnTo>
                <a:lnTo>
                  <a:pt x="2550033" y="903732"/>
                </a:lnTo>
                <a:lnTo>
                  <a:pt x="2550033" y="800100"/>
                </a:lnTo>
                <a:close/>
              </a:path>
              <a:path w="5154295" h="1972945">
                <a:moveTo>
                  <a:pt x="2805557" y="982853"/>
                </a:moveTo>
                <a:lnTo>
                  <a:pt x="2699130" y="982853"/>
                </a:lnTo>
                <a:lnTo>
                  <a:pt x="2699130" y="1094486"/>
                </a:lnTo>
                <a:lnTo>
                  <a:pt x="2805557" y="1094486"/>
                </a:lnTo>
                <a:lnTo>
                  <a:pt x="2805557" y="982853"/>
                </a:lnTo>
                <a:close/>
              </a:path>
              <a:path w="5154295" h="1972945">
                <a:moveTo>
                  <a:pt x="2805557" y="800100"/>
                </a:moveTo>
                <a:lnTo>
                  <a:pt x="2699130" y="800100"/>
                </a:lnTo>
                <a:lnTo>
                  <a:pt x="2699130" y="903732"/>
                </a:lnTo>
                <a:lnTo>
                  <a:pt x="2805557" y="903732"/>
                </a:lnTo>
                <a:lnTo>
                  <a:pt x="2805557" y="800100"/>
                </a:lnTo>
                <a:close/>
              </a:path>
              <a:path w="5154295" h="1972945">
                <a:moveTo>
                  <a:pt x="2450211" y="1294511"/>
                </a:moveTo>
                <a:lnTo>
                  <a:pt x="2333879" y="1294511"/>
                </a:lnTo>
                <a:lnTo>
                  <a:pt x="2333879" y="1466088"/>
                </a:lnTo>
                <a:lnTo>
                  <a:pt x="2381377" y="1466088"/>
                </a:lnTo>
                <a:lnTo>
                  <a:pt x="2381377" y="1411097"/>
                </a:lnTo>
                <a:lnTo>
                  <a:pt x="2450211" y="1411097"/>
                </a:lnTo>
                <a:lnTo>
                  <a:pt x="2483860" y="1406739"/>
                </a:lnTo>
                <a:lnTo>
                  <a:pt x="2505757" y="1394714"/>
                </a:lnTo>
                <a:lnTo>
                  <a:pt x="2517630" y="1376592"/>
                </a:lnTo>
                <a:lnTo>
                  <a:pt x="2518217" y="1372870"/>
                </a:lnTo>
                <a:lnTo>
                  <a:pt x="2381377" y="1372870"/>
                </a:lnTo>
                <a:lnTo>
                  <a:pt x="2381377" y="1332611"/>
                </a:lnTo>
                <a:lnTo>
                  <a:pt x="2518361" y="1332611"/>
                </a:lnTo>
                <a:lnTo>
                  <a:pt x="2517805" y="1328928"/>
                </a:lnTo>
                <a:lnTo>
                  <a:pt x="2517737" y="1328479"/>
                </a:lnTo>
                <a:lnTo>
                  <a:pt x="2506043" y="1310481"/>
                </a:lnTo>
                <a:lnTo>
                  <a:pt x="2484181" y="1298721"/>
                </a:lnTo>
                <a:lnTo>
                  <a:pt x="2450211" y="1294511"/>
                </a:lnTo>
                <a:close/>
              </a:path>
              <a:path w="5154295" h="1972945">
                <a:moveTo>
                  <a:pt x="2649151" y="1294511"/>
                </a:moveTo>
                <a:lnTo>
                  <a:pt x="2585409" y="1294511"/>
                </a:lnTo>
                <a:lnTo>
                  <a:pt x="2509393" y="1466088"/>
                </a:lnTo>
                <a:lnTo>
                  <a:pt x="2557018" y="1466088"/>
                </a:lnTo>
                <a:lnTo>
                  <a:pt x="2570861" y="1434211"/>
                </a:lnTo>
                <a:lnTo>
                  <a:pt x="2713938" y="1434211"/>
                </a:lnTo>
                <a:lnTo>
                  <a:pt x="2697565" y="1398905"/>
                </a:lnTo>
                <a:lnTo>
                  <a:pt x="2586355" y="1398905"/>
                </a:lnTo>
                <a:lnTo>
                  <a:pt x="2616581" y="1328928"/>
                </a:lnTo>
                <a:lnTo>
                  <a:pt x="2665113" y="1328928"/>
                </a:lnTo>
                <a:lnTo>
                  <a:pt x="2649151" y="1294511"/>
                </a:lnTo>
                <a:close/>
              </a:path>
              <a:path w="5154295" h="1972945">
                <a:moveTo>
                  <a:pt x="2713938" y="1434211"/>
                </a:moveTo>
                <a:lnTo>
                  <a:pt x="2663698" y="1434211"/>
                </a:lnTo>
                <a:lnTo>
                  <a:pt x="2677795" y="1466088"/>
                </a:lnTo>
                <a:lnTo>
                  <a:pt x="2728722" y="1466088"/>
                </a:lnTo>
                <a:lnTo>
                  <a:pt x="2713938" y="1434211"/>
                </a:lnTo>
                <a:close/>
              </a:path>
              <a:path w="5154295" h="1972945">
                <a:moveTo>
                  <a:pt x="2665113" y="1328928"/>
                </a:moveTo>
                <a:lnTo>
                  <a:pt x="2616581" y="1328928"/>
                </a:lnTo>
                <a:lnTo>
                  <a:pt x="2647823" y="1398905"/>
                </a:lnTo>
                <a:lnTo>
                  <a:pt x="2697565" y="1398905"/>
                </a:lnTo>
                <a:lnTo>
                  <a:pt x="2665113" y="1328928"/>
                </a:lnTo>
                <a:close/>
              </a:path>
              <a:path w="5154295" h="1972945">
                <a:moveTo>
                  <a:pt x="2518361" y="1332611"/>
                </a:moveTo>
                <a:lnTo>
                  <a:pt x="2446782" y="1332611"/>
                </a:lnTo>
                <a:lnTo>
                  <a:pt x="2458104" y="1333990"/>
                </a:lnTo>
                <a:lnTo>
                  <a:pt x="2465927" y="1337929"/>
                </a:lnTo>
                <a:lnTo>
                  <a:pt x="2470463" y="1344130"/>
                </a:lnTo>
                <a:lnTo>
                  <a:pt x="2471928" y="1352296"/>
                </a:lnTo>
                <a:lnTo>
                  <a:pt x="2471928" y="1353185"/>
                </a:lnTo>
                <a:lnTo>
                  <a:pt x="2470463" y="1361404"/>
                </a:lnTo>
                <a:lnTo>
                  <a:pt x="2465927" y="1367599"/>
                </a:lnTo>
                <a:lnTo>
                  <a:pt x="2458104" y="1371508"/>
                </a:lnTo>
                <a:lnTo>
                  <a:pt x="2446782" y="1372870"/>
                </a:lnTo>
                <a:lnTo>
                  <a:pt x="2518217" y="1372870"/>
                </a:lnTo>
                <a:lnTo>
                  <a:pt x="2521204" y="1353947"/>
                </a:lnTo>
                <a:lnTo>
                  <a:pt x="2521204" y="1351407"/>
                </a:lnTo>
                <a:lnTo>
                  <a:pt x="2518361" y="1332611"/>
                </a:lnTo>
                <a:close/>
              </a:path>
              <a:path w="5154295" h="1972945">
                <a:moveTo>
                  <a:pt x="3050413" y="794893"/>
                </a:moveTo>
                <a:lnTo>
                  <a:pt x="3032633" y="794893"/>
                </a:lnTo>
                <a:lnTo>
                  <a:pt x="2964036" y="801449"/>
                </a:lnTo>
                <a:lnTo>
                  <a:pt x="2964237" y="801449"/>
                </a:lnTo>
                <a:lnTo>
                  <a:pt x="2913782" y="819112"/>
                </a:lnTo>
                <a:lnTo>
                  <a:pt x="2913909" y="819112"/>
                </a:lnTo>
                <a:lnTo>
                  <a:pt x="2879264" y="844724"/>
                </a:lnTo>
                <a:lnTo>
                  <a:pt x="2857532" y="875533"/>
                </a:lnTo>
                <a:lnTo>
                  <a:pt x="2846328" y="908472"/>
                </a:lnTo>
                <a:lnTo>
                  <a:pt x="2843149" y="940562"/>
                </a:lnTo>
                <a:lnTo>
                  <a:pt x="2843149" y="952373"/>
                </a:lnTo>
                <a:lnTo>
                  <a:pt x="2857476" y="1017288"/>
                </a:lnTo>
                <a:lnTo>
                  <a:pt x="2913911" y="1074782"/>
                </a:lnTo>
                <a:lnTo>
                  <a:pt x="2964225" y="1092843"/>
                </a:lnTo>
                <a:lnTo>
                  <a:pt x="3032633" y="1099566"/>
                </a:lnTo>
                <a:lnTo>
                  <a:pt x="3050413" y="1099566"/>
                </a:lnTo>
                <a:lnTo>
                  <a:pt x="3119129" y="1092843"/>
                </a:lnTo>
                <a:lnTo>
                  <a:pt x="3169529" y="1074782"/>
                </a:lnTo>
                <a:lnTo>
                  <a:pt x="3204209" y="1048543"/>
                </a:lnTo>
                <a:lnTo>
                  <a:pt x="3224991" y="1018413"/>
                </a:lnTo>
                <a:lnTo>
                  <a:pt x="3041777" y="1018413"/>
                </a:lnTo>
                <a:lnTo>
                  <a:pt x="2996928" y="1011420"/>
                </a:lnTo>
                <a:lnTo>
                  <a:pt x="2970450" y="993902"/>
                </a:lnTo>
                <a:lnTo>
                  <a:pt x="2957855" y="971049"/>
                </a:lnTo>
                <a:lnTo>
                  <a:pt x="2954654" y="948055"/>
                </a:lnTo>
                <a:lnTo>
                  <a:pt x="2954654" y="943737"/>
                </a:lnTo>
                <a:lnTo>
                  <a:pt x="2957742" y="920980"/>
                </a:lnTo>
                <a:lnTo>
                  <a:pt x="2970117" y="898652"/>
                </a:lnTo>
                <a:lnTo>
                  <a:pt x="2996445" y="881657"/>
                </a:lnTo>
                <a:lnTo>
                  <a:pt x="3041396" y="874903"/>
                </a:lnTo>
                <a:lnTo>
                  <a:pt x="3225121" y="874903"/>
                </a:lnTo>
                <a:lnTo>
                  <a:pt x="3204067" y="844867"/>
                </a:lnTo>
                <a:lnTo>
                  <a:pt x="3169360" y="819112"/>
                </a:lnTo>
                <a:lnTo>
                  <a:pt x="3118997" y="801449"/>
                </a:lnTo>
                <a:lnTo>
                  <a:pt x="3050413" y="794893"/>
                </a:lnTo>
                <a:close/>
              </a:path>
              <a:path w="5154295" h="1972945">
                <a:moveTo>
                  <a:pt x="3225121" y="874903"/>
                </a:moveTo>
                <a:lnTo>
                  <a:pt x="3041396" y="874903"/>
                </a:lnTo>
                <a:lnTo>
                  <a:pt x="3086332" y="881657"/>
                </a:lnTo>
                <a:lnTo>
                  <a:pt x="3112754" y="898652"/>
                </a:lnTo>
                <a:lnTo>
                  <a:pt x="3125245" y="920980"/>
                </a:lnTo>
                <a:lnTo>
                  <a:pt x="3128391" y="943737"/>
                </a:lnTo>
                <a:lnTo>
                  <a:pt x="3128391" y="948055"/>
                </a:lnTo>
                <a:lnTo>
                  <a:pt x="3125251" y="971049"/>
                </a:lnTo>
                <a:lnTo>
                  <a:pt x="3112801" y="993902"/>
                </a:lnTo>
                <a:lnTo>
                  <a:pt x="3086492" y="1011420"/>
                </a:lnTo>
                <a:lnTo>
                  <a:pt x="3041777" y="1018413"/>
                </a:lnTo>
                <a:lnTo>
                  <a:pt x="3224991" y="1018413"/>
                </a:lnTo>
                <a:lnTo>
                  <a:pt x="3225767" y="1017288"/>
                </a:lnTo>
                <a:lnTo>
                  <a:pt x="3236797" y="984178"/>
                </a:lnTo>
                <a:lnTo>
                  <a:pt x="3239897" y="952373"/>
                </a:lnTo>
                <a:lnTo>
                  <a:pt x="3239897" y="940562"/>
                </a:lnTo>
                <a:lnTo>
                  <a:pt x="3236770" y="908605"/>
                </a:lnTo>
                <a:lnTo>
                  <a:pt x="3225682" y="875702"/>
                </a:lnTo>
                <a:lnTo>
                  <a:pt x="3225121" y="874903"/>
                </a:lnTo>
                <a:close/>
              </a:path>
              <a:path w="5154295" h="1972945">
                <a:moveTo>
                  <a:pt x="2161032" y="800100"/>
                </a:moveTo>
                <a:lnTo>
                  <a:pt x="2028825" y="800100"/>
                </a:lnTo>
                <a:lnTo>
                  <a:pt x="2144014" y="941832"/>
                </a:lnTo>
                <a:lnTo>
                  <a:pt x="2024126" y="1094486"/>
                </a:lnTo>
                <a:lnTo>
                  <a:pt x="2149983" y="1094486"/>
                </a:lnTo>
                <a:lnTo>
                  <a:pt x="2224786" y="1000252"/>
                </a:lnTo>
                <a:lnTo>
                  <a:pt x="2353254" y="1000252"/>
                </a:lnTo>
                <a:lnTo>
                  <a:pt x="2307082" y="941832"/>
                </a:lnTo>
                <a:lnTo>
                  <a:pt x="2350789" y="886841"/>
                </a:lnTo>
                <a:lnTo>
                  <a:pt x="2229485" y="886841"/>
                </a:lnTo>
                <a:lnTo>
                  <a:pt x="2161032" y="800100"/>
                </a:lnTo>
                <a:close/>
              </a:path>
              <a:path w="5154295" h="1972945">
                <a:moveTo>
                  <a:pt x="2353254" y="1000252"/>
                </a:moveTo>
                <a:lnTo>
                  <a:pt x="2224786" y="1000252"/>
                </a:lnTo>
                <a:lnTo>
                  <a:pt x="2299970" y="1094486"/>
                </a:lnTo>
                <a:lnTo>
                  <a:pt x="2427732" y="1094486"/>
                </a:lnTo>
                <a:lnTo>
                  <a:pt x="2353254" y="1000252"/>
                </a:lnTo>
                <a:close/>
              </a:path>
              <a:path w="5154295" h="1972945">
                <a:moveTo>
                  <a:pt x="2419731" y="800100"/>
                </a:moveTo>
                <a:lnTo>
                  <a:pt x="2298319" y="800100"/>
                </a:lnTo>
                <a:lnTo>
                  <a:pt x="2229485" y="886841"/>
                </a:lnTo>
                <a:lnTo>
                  <a:pt x="2350789" y="886841"/>
                </a:lnTo>
                <a:lnTo>
                  <a:pt x="2419731" y="800100"/>
                </a:lnTo>
                <a:close/>
              </a:path>
              <a:path w="5154295" h="1972945">
                <a:moveTo>
                  <a:pt x="1888363" y="1294384"/>
                </a:moveTo>
                <a:lnTo>
                  <a:pt x="1731137" y="1294384"/>
                </a:lnTo>
                <a:lnTo>
                  <a:pt x="1731137" y="1466088"/>
                </a:lnTo>
                <a:lnTo>
                  <a:pt x="1889760" y="1466088"/>
                </a:lnTo>
                <a:lnTo>
                  <a:pt x="1889760" y="1428242"/>
                </a:lnTo>
                <a:lnTo>
                  <a:pt x="1778000" y="1428242"/>
                </a:lnTo>
                <a:lnTo>
                  <a:pt x="1778000" y="1398397"/>
                </a:lnTo>
                <a:lnTo>
                  <a:pt x="1884807" y="1398397"/>
                </a:lnTo>
                <a:lnTo>
                  <a:pt x="1884807" y="1359662"/>
                </a:lnTo>
                <a:lnTo>
                  <a:pt x="1778000" y="1359662"/>
                </a:lnTo>
                <a:lnTo>
                  <a:pt x="1778000" y="1331722"/>
                </a:lnTo>
                <a:lnTo>
                  <a:pt x="1888363" y="1331722"/>
                </a:lnTo>
                <a:lnTo>
                  <a:pt x="1888363" y="1294384"/>
                </a:lnTo>
                <a:close/>
              </a:path>
              <a:path w="5154295" h="1972945">
                <a:moveTo>
                  <a:pt x="2013204" y="800100"/>
                </a:moveTo>
                <a:lnTo>
                  <a:pt x="1719199" y="800100"/>
                </a:lnTo>
                <a:lnTo>
                  <a:pt x="1719199" y="1094486"/>
                </a:lnTo>
                <a:lnTo>
                  <a:pt x="2015998" y="1094486"/>
                </a:lnTo>
                <a:lnTo>
                  <a:pt x="2015998" y="1022477"/>
                </a:lnTo>
                <a:lnTo>
                  <a:pt x="1825625" y="1022477"/>
                </a:lnTo>
                <a:lnTo>
                  <a:pt x="1825625" y="982091"/>
                </a:lnTo>
                <a:lnTo>
                  <a:pt x="2007235" y="982091"/>
                </a:lnTo>
                <a:lnTo>
                  <a:pt x="2007235" y="908812"/>
                </a:lnTo>
                <a:lnTo>
                  <a:pt x="1825625" y="908812"/>
                </a:lnTo>
                <a:lnTo>
                  <a:pt x="1825625" y="871220"/>
                </a:lnTo>
                <a:lnTo>
                  <a:pt x="2013204" y="871220"/>
                </a:lnTo>
                <a:lnTo>
                  <a:pt x="2013204" y="800100"/>
                </a:lnTo>
                <a:close/>
              </a:path>
              <a:path w="5154295" h="1972945">
                <a:moveTo>
                  <a:pt x="2303653" y="1294384"/>
                </a:moveTo>
                <a:lnTo>
                  <a:pt x="2146554" y="1294384"/>
                </a:lnTo>
                <a:lnTo>
                  <a:pt x="2146554" y="1466088"/>
                </a:lnTo>
                <a:lnTo>
                  <a:pt x="2305050" y="1466088"/>
                </a:lnTo>
                <a:lnTo>
                  <a:pt x="2305050" y="1428242"/>
                </a:lnTo>
                <a:lnTo>
                  <a:pt x="2193417" y="1428242"/>
                </a:lnTo>
                <a:lnTo>
                  <a:pt x="2193417" y="1398397"/>
                </a:lnTo>
                <a:lnTo>
                  <a:pt x="2300224" y="1398397"/>
                </a:lnTo>
                <a:lnTo>
                  <a:pt x="2300224" y="1359662"/>
                </a:lnTo>
                <a:lnTo>
                  <a:pt x="2193417" y="1359662"/>
                </a:lnTo>
                <a:lnTo>
                  <a:pt x="2193417" y="1331722"/>
                </a:lnTo>
                <a:lnTo>
                  <a:pt x="2303653" y="1331722"/>
                </a:lnTo>
                <a:lnTo>
                  <a:pt x="2303653" y="1294384"/>
                </a:lnTo>
                <a:close/>
              </a:path>
              <a:path w="5154295" h="1972945">
                <a:moveTo>
                  <a:pt x="4900803" y="800100"/>
                </a:moveTo>
                <a:lnTo>
                  <a:pt x="4793996" y="800100"/>
                </a:lnTo>
                <a:lnTo>
                  <a:pt x="4793996" y="1094486"/>
                </a:lnTo>
                <a:lnTo>
                  <a:pt x="4900803" y="1094486"/>
                </a:lnTo>
                <a:lnTo>
                  <a:pt x="4997264" y="977646"/>
                </a:lnTo>
                <a:lnTo>
                  <a:pt x="4900803" y="977646"/>
                </a:lnTo>
                <a:lnTo>
                  <a:pt x="4900803" y="800100"/>
                </a:lnTo>
                <a:close/>
              </a:path>
              <a:path w="5154295" h="1972945">
                <a:moveTo>
                  <a:pt x="5153914" y="916813"/>
                </a:moveTo>
                <a:lnTo>
                  <a:pt x="5047488" y="916813"/>
                </a:lnTo>
                <a:lnTo>
                  <a:pt x="5047488" y="1094486"/>
                </a:lnTo>
                <a:lnTo>
                  <a:pt x="5153914" y="1094486"/>
                </a:lnTo>
                <a:lnTo>
                  <a:pt x="5153914" y="916813"/>
                </a:lnTo>
                <a:close/>
              </a:path>
              <a:path w="5154295" h="1972945">
                <a:moveTo>
                  <a:pt x="5153914" y="800100"/>
                </a:moveTo>
                <a:lnTo>
                  <a:pt x="5047488" y="800100"/>
                </a:lnTo>
                <a:lnTo>
                  <a:pt x="4900803" y="977646"/>
                </a:lnTo>
                <a:lnTo>
                  <a:pt x="4997264" y="977646"/>
                </a:lnTo>
                <a:lnTo>
                  <a:pt x="5047488" y="916813"/>
                </a:lnTo>
                <a:lnTo>
                  <a:pt x="5153914" y="916813"/>
                </a:lnTo>
                <a:lnTo>
                  <a:pt x="5153914" y="800100"/>
                </a:lnTo>
                <a:close/>
              </a:path>
              <a:path w="5154295" h="1972945">
                <a:moveTo>
                  <a:pt x="3726179" y="1294384"/>
                </a:moveTo>
                <a:lnTo>
                  <a:pt x="3678682" y="1294384"/>
                </a:lnTo>
                <a:lnTo>
                  <a:pt x="3678682" y="1466088"/>
                </a:lnTo>
                <a:lnTo>
                  <a:pt x="3726179" y="1466088"/>
                </a:lnTo>
                <a:lnTo>
                  <a:pt x="3775137" y="1409827"/>
                </a:lnTo>
                <a:lnTo>
                  <a:pt x="3726179" y="1409827"/>
                </a:lnTo>
                <a:lnTo>
                  <a:pt x="3726179" y="1294384"/>
                </a:lnTo>
                <a:close/>
              </a:path>
              <a:path w="5154295" h="1972945">
                <a:moveTo>
                  <a:pt x="3874135" y="1350645"/>
                </a:moveTo>
                <a:lnTo>
                  <a:pt x="3826637" y="1350645"/>
                </a:lnTo>
                <a:lnTo>
                  <a:pt x="3826637" y="1466088"/>
                </a:lnTo>
                <a:lnTo>
                  <a:pt x="3874135" y="1466088"/>
                </a:lnTo>
                <a:lnTo>
                  <a:pt x="3874135" y="1350645"/>
                </a:lnTo>
                <a:close/>
              </a:path>
              <a:path w="5154295" h="1972945">
                <a:moveTo>
                  <a:pt x="3874135" y="1294384"/>
                </a:moveTo>
                <a:lnTo>
                  <a:pt x="3826637" y="1294384"/>
                </a:lnTo>
                <a:lnTo>
                  <a:pt x="3726179" y="1409827"/>
                </a:lnTo>
                <a:lnTo>
                  <a:pt x="3775137" y="1409827"/>
                </a:lnTo>
                <a:lnTo>
                  <a:pt x="3826637" y="1350645"/>
                </a:lnTo>
                <a:lnTo>
                  <a:pt x="3874135" y="1350645"/>
                </a:lnTo>
                <a:lnTo>
                  <a:pt x="3874135" y="1294384"/>
                </a:lnTo>
                <a:close/>
              </a:path>
              <a:path w="5154295" h="1972945">
                <a:moveTo>
                  <a:pt x="3438779" y="1294384"/>
                </a:moveTo>
                <a:lnTo>
                  <a:pt x="3391280" y="1294384"/>
                </a:lnTo>
                <a:lnTo>
                  <a:pt x="3391280" y="1466088"/>
                </a:lnTo>
                <a:lnTo>
                  <a:pt x="3508755" y="1466088"/>
                </a:lnTo>
                <a:lnTo>
                  <a:pt x="3541871" y="1461710"/>
                </a:lnTo>
                <a:lnTo>
                  <a:pt x="3563461" y="1449641"/>
                </a:lnTo>
                <a:lnTo>
                  <a:pt x="3575192" y="1431476"/>
                </a:lnTo>
                <a:lnTo>
                  <a:pt x="3575698" y="1428242"/>
                </a:lnTo>
                <a:lnTo>
                  <a:pt x="3438779" y="1428242"/>
                </a:lnTo>
                <a:lnTo>
                  <a:pt x="3438779" y="1387602"/>
                </a:lnTo>
                <a:lnTo>
                  <a:pt x="3575880" y="1387602"/>
                </a:lnTo>
                <a:lnTo>
                  <a:pt x="3575300" y="1383778"/>
                </a:lnTo>
                <a:lnTo>
                  <a:pt x="3563747" y="1365837"/>
                </a:lnTo>
                <a:lnTo>
                  <a:pt x="3542192" y="1354016"/>
                </a:lnTo>
                <a:lnTo>
                  <a:pt x="3508755" y="1349756"/>
                </a:lnTo>
                <a:lnTo>
                  <a:pt x="3438779" y="1349756"/>
                </a:lnTo>
                <a:lnTo>
                  <a:pt x="3438779" y="1294384"/>
                </a:lnTo>
                <a:close/>
              </a:path>
              <a:path w="5154295" h="1972945">
                <a:moveTo>
                  <a:pt x="3575880" y="1387602"/>
                </a:moveTo>
                <a:lnTo>
                  <a:pt x="3505073" y="1387602"/>
                </a:lnTo>
                <a:lnTo>
                  <a:pt x="3515774" y="1388935"/>
                </a:lnTo>
                <a:lnTo>
                  <a:pt x="3523345" y="1392745"/>
                </a:lnTo>
                <a:lnTo>
                  <a:pt x="3527843" y="1398746"/>
                </a:lnTo>
                <a:lnTo>
                  <a:pt x="3529282" y="1406398"/>
                </a:lnTo>
                <a:lnTo>
                  <a:pt x="3529259" y="1408811"/>
                </a:lnTo>
                <a:lnTo>
                  <a:pt x="3527843" y="1416454"/>
                </a:lnTo>
                <a:lnTo>
                  <a:pt x="3523345" y="1422717"/>
                </a:lnTo>
                <a:lnTo>
                  <a:pt x="3515774" y="1426789"/>
                </a:lnTo>
                <a:lnTo>
                  <a:pt x="3505073" y="1428242"/>
                </a:lnTo>
                <a:lnTo>
                  <a:pt x="3575698" y="1428242"/>
                </a:lnTo>
                <a:lnTo>
                  <a:pt x="3578733" y="1408811"/>
                </a:lnTo>
                <a:lnTo>
                  <a:pt x="3578733" y="1406398"/>
                </a:lnTo>
                <a:lnTo>
                  <a:pt x="3575880" y="1387602"/>
                </a:lnTo>
                <a:close/>
              </a:path>
              <a:path w="5154295" h="1972945">
                <a:moveTo>
                  <a:pt x="3645408" y="1294384"/>
                </a:moveTo>
                <a:lnTo>
                  <a:pt x="3597910" y="1294384"/>
                </a:lnTo>
                <a:lnTo>
                  <a:pt x="3597910" y="1466088"/>
                </a:lnTo>
                <a:lnTo>
                  <a:pt x="3645408" y="1466088"/>
                </a:lnTo>
                <a:lnTo>
                  <a:pt x="3645408" y="1294384"/>
                </a:lnTo>
                <a:close/>
              </a:path>
              <a:path w="5154295" h="1972945">
                <a:moveTo>
                  <a:pt x="3614928" y="800100"/>
                </a:moveTo>
                <a:lnTo>
                  <a:pt x="3304413" y="800100"/>
                </a:lnTo>
                <a:lnTo>
                  <a:pt x="3304139" y="874522"/>
                </a:lnTo>
                <a:lnTo>
                  <a:pt x="3304097" y="885892"/>
                </a:lnTo>
                <a:lnTo>
                  <a:pt x="3302746" y="939609"/>
                </a:lnTo>
                <a:lnTo>
                  <a:pt x="3294507" y="988441"/>
                </a:lnTo>
                <a:lnTo>
                  <a:pt x="3259328" y="1010920"/>
                </a:lnTo>
                <a:lnTo>
                  <a:pt x="3252978" y="1010920"/>
                </a:lnTo>
                <a:lnTo>
                  <a:pt x="3252978" y="1094486"/>
                </a:lnTo>
                <a:lnTo>
                  <a:pt x="3286633" y="1094486"/>
                </a:lnTo>
                <a:lnTo>
                  <a:pt x="3326469" y="1090576"/>
                </a:lnTo>
                <a:lnTo>
                  <a:pt x="3376376" y="1060946"/>
                </a:lnTo>
                <a:lnTo>
                  <a:pt x="3397553" y="1009896"/>
                </a:lnTo>
                <a:lnTo>
                  <a:pt x="3405479" y="929806"/>
                </a:lnTo>
                <a:lnTo>
                  <a:pt x="3406394" y="874522"/>
                </a:lnTo>
                <a:lnTo>
                  <a:pt x="3614928" y="874522"/>
                </a:lnTo>
                <a:lnTo>
                  <a:pt x="3614928" y="800100"/>
                </a:lnTo>
                <a:close/>
              </a:path>
              <a:path w="5154295" h="1972945">
                <a:moveTo>
                  <a:pt x="3614928" y="874522"/>
                </a:moveTo>
                <a:lnTo>
                  <a:pt x="3508121" y="874522"/>
                </a:lnTo>
                <a:lnTo>
                  <a:pt x="3508121" y="1094486"/>
                </a:lnTo>
                <a:lnTo>
                  <a:pt x="3614928" y="1094486"/>
                </a:lnTo>
                <a:lnTo>
                  <a:pt x="3614928" y="874522"/>
                </a:lnTo>
                <a:close/>
              </a:path>
              <a:path w="5154295" h="1972945">
                <a:moveTo>
                  <a:pt x="4490085" y="800100"/>
                </a:moveTo>
                <a:lnTo>
                  <a:pt x="4383278" y="800100"/>
                </a:lnTo>
                <a:lnTo>
                  <a:pt x="4383278" y="1094486"/>
                </a:lnTo>
                <a:lnTo>
                  <a:pt x="4490085" y="1094486"/>
                </a:lnTo>
                <a:lnTo>
                  <a:pt x="4586525" y="977773"/>
                </a:lnTo>
                <a:lnTo>
                  <a:pt x="4490085" y="977773"/>
                </a:lnTo>
                <a:lnTo>
                  <a:pt x="4490085" y="800100"/>
                </a:lnTo>
                <a:close/>
              </a:path>
              <a:path w="5154295" h="1972945">
                <a:moveTo>
                  <a:pt x="4743323" y="916813"/>
                </a:moveTo>
                <a:lnTo>
                  <a:pt x="4636897" y="916813"/>
                </a:lnTo>
                <a:lnTo>
                  <a:pt x="4636897" y="1094486"/>
                </a:lnTo>
                <a:lnTo>
                  <a:pt x="4743323" y="1094486"/>
                </a:lnTo>
                <a:lnTo>
                  <a:pt x="4743323" y="916813"/>
                </a:lnTo>
                <a:close/>
              </a:path>
              <a:path w="5154295" h="1972945">
                <a:moveTo>
                  <a:pt x="4743323" y="800100"/>
                </a:moveTo>
                <a:lnTo>
                  <a:pt x="4636897" y="800100"/>
                </a:lnTo>
                <a:lnTo>
                  <a:pt x="4490085" y="977773"/>
                </a:lnTo>
                <a:lnTo>
                  <a:pt x="4586525" y="977773"/>
                </a:lnTo>
                <a:lnTo>
                  <a:pt x="4636897" y="916813"/>
                </a:lnTo>
                <a:lnTo>
                  <a:pt x="4743323" y="916813"/>
                </a:lnTo>
                <a:lnTo>
                  <a:pt x="4743323" y="800100"/>
                </a:lnTo>
                <a:close/>
              </a:path>
              <a:path w="5154295" h="1972945">
                <a:moveTo>
                  <a:pt x="4357624" y="800100"/>
                </a:moveTo>
                <a:lnTo>
                  <a:pt x="4086987" y="800100"/>
                </a:lnTo>
                <a:lnTo>
                  <a:pt x="4086987" y="1094486"/>
                </a:lnTo>
                <a:lnTo>
                  <a:pt x="4193794" y="1094486"/>
                </a:lnTo>
                <a:lnTo>
                  <a:pt x="4193794" y="874522"/>
                </a:lnTo>
                <a:lnTo>
                  <a:pt x="4357624" y="874522"/>
                </a:lnTo>
                <a:lnTo>
                  <a:pt x="4357624" y="800100"/>
                </a:lnTo>
                <a:close/>
              </a:path>
              <a:path w="5154295" h="1972945">
                <a:moveTo>
                  <a:pt x="3214878" y="1294384"/>
                </a:moveTo>
                <a:lnTo>
                  <a:pt x="3167253" y="1294384"/>
                </a:lnTo>
                <a:lnTo>
                  <a:pt x="3167253" y="1466088"/>
                </a:lnTo>
                <a:lnTo>
                  <a:pt x="3214878" y="1466088"/>
                </a:lnTo>
                <a:lnTo>
                  <a:pt x="3214878" y="1397000"/>
                </a:lnTo>
                <a:lnTo>
                  <a:pt x="3358134" y="1397000"/>
                </a:lnTo>
                <a:lnTo>
                  <a:pt x="3358134" y="1358011"/>
                </a:lnTo>
                <a:lnTo>
                  <a:pt x="3214878" y="1358011"/>
                </a:lnTo>
                <a:lnTo>
                  <a:pt x="3214878" y="1294384"/>
                </a:lnTo>
                <a:close/>
              </a:path>
              <a:path w="5154295" h="1972945">
                <a:moveTo>
                  <a:pt x="3358134" y="1397000"/>
                </a:moveTo>
                <a:lnTo>
                  <a:pt x="3310636" y="1397000"/>
                </a:lnTo>
                <a:lnTo>
                  <a:pt x="3310636" y="1466088"/>
                </a:lnTo>
                <a:lnTo>
                  <a:pt x="3358134" y="1466088"/>
                </a:lnTo>
                <a:lnTo>
                  <a:pt x="3358134" y="1397000"/>
                </a:lnTo>
                <a:close/>
              </a:path>
              <a:path w="5154295" h="1972945">
                <a:moveTo>
                  <a:pt x="3358134" y="1294384"/>
                </a:moveTo>
                <a:lnTo>
                  <a:pt x="3310636" y="1294384"/>
                </a:lnTo>
                <a:lnTo>
                  <a:pt x="3310636" y="1358011"/>
                </a:lnTo>
                <a:lnTo>
                  <a:pt x="3358134" y="1358011"/>
                </a:lnTo>
                <a:lnTo>
                  <a:pt x="3358134" y="1294384"/>
                </a:lnTo>
                <a:close/>
              </a:path>
              <a:path w="5154295" h="1972945">
                <a:moveTo>
                  <a:pt x="3859911" y="794893"/>
                </a:moveTo>
                <a:lnTo>
                  <a:pt x="3842004" y="794893"/>
                </a:lnTo>
                <a:lnTo>
                  <a:pt x="3773451" y="801449"/>
                </a:lnTo>
                <a:lnTo>
                  <a:pt x="3773653" y="801449"/>
                </a:lnTo>
                <a:lnTo>
                  <a:pt x="3723210" y="819112"/>
                </a:lnTo>
                <a:lnTo>
                  <a:pt x="3723337" y="819112"/>
                </a:lnTo>
                <a:lnTo>
                  <a:pt x="3688683" y="844724"/>
                </a:lnTo>
                <a:lnTo>
                  <a:pt x="3666932" y="875533"/>
                </a:lnTo>
                <a:lnTo>
                  <a:pt x="3655707" y="908472"/>
                </a:lnTo>
                <a:lnTo>
                  <a:pt x="3652520" y="940562"/>
                </a:lnTo>
                <a:lnTo>
                  <a:pt x="3652520" y="952373"/>
                </a:lnTo>
                <a:lnTo>
                  <a:pt x="3666847" y="1017288"/>
                </a:lnTo>
                <a:lnTo>
                  <a:pt x="3723282" y="1074782"/>
                </a:lnTo>
                <a:lnTo>
                  <a:pt x="3773596" y="1092843"/>
                </a:lnTo>
                <a:lnTo>
                  <a:pt x="3842004" y="1099566"/>
                </a:lnTo>
                <a:lnTo>
                  <a:pt x="3859911" y="1099566"/>
                </a:lnTo>
                <a:lnTo>
                  <a:pt x="3928627" y="1092843"/>
                </a:lnTo>
                <a:lnTo>
                  <a:pt x="3979027" y="1074782"/>
                </a:lnTo>
                <a:lnTo>
                  <a:pt x="4013707" y="1048543"/>
                </a:lnTo>
                <a:lnTo>
                  <a:pt x="4034489" y="1018413"/>
                </a:lnTo>
                <a:lnTo>
                  <a:pt x="3851148" y="1018413"/>
                </a:lnTo>
                <a:lnTo>
                  <a:pt x="3806372" y="1011420"/>
                </a:lnTo>
                <a:lnTo>
                  <a:pt x="3779932" y="993902"/>
                </a:lnTo>
                <a:lnTo>
                  <a:pt x="3767351" y="971049"/>
                </a:lnTo>
                <a:lnTo>
                  <a:pt x="3764153" y="948055"/>
                </a:lnTo>
                <a:lnTo>
                  <a:pt x="3764153" y="943737"/>
                </a:lnTo>
                <a:lnTo>
                  <a:pt x="3767220" y="920980"/>
                </a:lnTo>
                <a:lnTo>
                  <a:pt x="3779551" y="898652"/>
                </a:lnTo>
                <a:lnTo>
                  <a:pt x="3805836" y="881657"/>
                </a:lnTo>
                <a:lnTo>
                  <a:pt x="3850766" y="874903"/>
                </a:lnTo>
                <a:lnTo>
                  <a:pt x="4034591" y="874903"/>
                </a:lnTo>
                <a:lnTo>
                  <a:pt x="4013517" y="844867"/>
                </a:lnTo>
                <a:lnTo>
                  <a:pt x="3978801" y="819112"/>
                </a:lnTo>
                <a:lnTo>
                  <a:pt x="3928451" y="801449"/>
                </a:lnTo>
                <a:lnTo>
                  <a:pt x="3859911" y="794893"/>
                </a:lnTo>
                <a:close/>
              </a:path>
              <a:path w="5154295" h="1972945">
                <a:moveTo>
                  <a:pt x="4034591" y="874903"/>
                </a:moveTo>
                <a:lnTo>
                  <a:pt x="3850766" y="874903"/>
                </a:lnTo>
                <a:lnTo>
                  <a:pt x="3895756" y="881657"/>
                </a:lnTo>
                <a:lnTo>
                  <a:pt x="3922172" y="898652"/>
                </a:lnTo>
                <a:lnTo>
                  <a:pt x="3934634" y="920980"/>
                </a:lnTo>
                <a:lnTo>
                  <a:pt x="3937762" y="943737"/>
                </a:lnTo>
                <a:lnTo>
                  <a:pt x="3937762" y="948055"/>
                </a:lnTo>
                <a:lnTo>
                  <a:pt x="3934640" y="971049"/>
                </a:lnTo>
                <a:lnTo>
                  <a:pt x="3922220" y="993902"/>
                </a:lnTo>
                <a:lnTo>
                  <a:pt x="3895917" y="1011420"/>
                </a:lnTo>
                <a:lnTo>
                  <a:pt x="3851148" y="1018413"/>
                </a:lnTo>
                <a:lnTo>
                  <a:pt x="4034489" y="1018413"/>
                </a:lnTo>
                <a:lnTo>
                  <a:pt x="4035265" y="1017288"/>
                </a:lnTo>
                <a:lnTo>
                  <a:pt x="4046295" y="984178"/>
                </a:lnTo>
                <a:lnTo>
                  <a:pt x="4049395" y="952373"/>
                </a:lnTo>
                <a:lnTo>
                  <a:pt x="4049395" y="940562"/>
                </a:lnTo>
                <a:lnTo>
                  <a:pt x="4046259" y="908605"/>
                </a:lnTo>
                <a:lnTo>
                  <a:pt x="4035152" y="875702"/>
                </a:lnTo>
                <a:lnTo>
                  <a:pt x="4034591" y="874903"/>
                </a:lnTo>
                <a:close/>
              </a:path>
              <a:path w="5154295" h="1972945">
                <a:moveTo>
                  <a:pt x="3760978" y="1243838"/>
                </a:moveTo>
                <a:lnTo>
                  <a:pt x="3727323" y="1243838"/>
                </a:lnTo>
                <a:lnTo>
                  <a:pt x="3727323" y="1244473"/>
                </a:lnTo>
                <a:lnTo>
                  <a:pt x="3729036" y="1255337"/>
                </a:lnTo>
                <a:lnTo>
                  <a:pt x="3735531" y="1267475"/>
                </a:lnTo>
                <a:lnTo>
                  <a:pt x="3748905" y="1277352"/>
                </a:lnTo>
                <a:lnTo>
                  <a:pt x="3771138" y="1281430"/>
                </a:lnTo>
                <a:lnTo>
                  <a:pt x="3778123" y="1281430"/>
                </a:lnTo>
                <a:lnTo>
                  <a:pt x="3798980" y="1277352"/>
                </a:lnTo>
                <a:lnTo>
                  <a:pt x="3812301" y="1267475"/>
                </a:lnTo>
                <a:lnTo>
                  <a:pt x="3818957" y="1256030"/>
                </a:lnTo>
                <a:lnTo>
                  <a:pt x="3763264" y="1256030"/>
                </a:lnTo>
                <a:lnTo>
                  <a:pt x="3761613" y="1247521"/>
                </a:lnTo>
                <a:lnTo>
                  <a:pt x="3761087" y="1244473"/>
                </a:lnTo>
                <a:lnTo>
                  <a:pt x="3760978" y="1243838"/>
                </a:lnTo>
                <a:close/>
              </a:path>
              <a:path w="5154295" h="1972945">
                <a:moveTo>
                  <a:pt x="3821429" y="1243838"/>
                </a:moveTo>
                <a:lnTo>
                  <a:pt x="3788029" y="1243838"/>
                </a:lnTo>
                <a:lnTo>
                  <a:pt x="3787266" y="1247521"/>
                </a:lnTo>
                <a:lnTo>
                  <a:pt x="3785616" y="1256030"/>
                </a:lnTo>
                <a:lnTo>
                  <a:pt x="3818957" y="1256030"/>
                </a:lnTo>
                <a:lnTo>
                  <a:pt x="3819360" y="1255337"/>
                </a:lnTo>
                <a:lnTo>
                  <a:pt x="3821429" y="1244473"/>
                </a:lnTo>
                <a:lnTo>
                  <a:pt x="3821429" y="1243838"/>
                </a:lnTo>
                <a:close/>
              </a:path>
              <a:path w="5154295" h="1972945">
                <a:moveTo>
                  <a:pt x="2128774" y="1428242"/>
                </a:moveTo>
                <a:lnTo>
                  <a:pt x="1900682" y="1428242"/>
                </a:lnTo>
                <a:lnTo>
                  <a:pt x="1900682" y="1494917"/>
                </a:lnTo>
                <a:lnTo>
                  <a:pt x="1945894" y="1494917"/>
                </a:lnTo>
                <a:lnTo>
                  <a:pt x="1945894" y="1466088"/>
                </a:lnTo>
                <a:lnTo>
                  <a:pt x="2128774" y="1466088"/>
                </a:lnTo>
                <a:lnTo>
                  <a:pt x="2128774" y="1428242"/>
                </a:lnTo>
                <a:close/>
              </a:path>
              <a:path w="5154295" h="1972945">
                <a:moveTo>
                  <a:pt x="2128774" y="1466088"/>
                </a:moveTo>
                <a:lnTo>
                  <a:pt x="2083562" y="1466088"/>
                </a:lnTo>
                <a:lnTo>
                  <a:pt x="2083562" y="1494917"/>
                </a:lnTo>
                <a:lnTo>
                  <a:pt x="2128774" y="1494917"/>
                </a:lnTo>
                <a:lnTo>
                  <a:pt x="2128774" y="1466088"/>
                </a:lnTo>
                <a:close/>
              </a:path>
              <a:path w="5154295" h="1972945">
                <a:moveTo>
                  <a:pt x="2101088" y="1294384"/>
                </a:moveTo>
                <a:lnTo>
                  <a:pt x="1937131" y="1294384"/>
                </a:lnTo>
                <a:lnTo>
                  <a:pt x="1935797" y="1346142"/>
                </a:lnTo>
                <a:lnTo>
                  <a:pt x="1931987" y="1383363"/>
                </a:lnTo>
                <a:lnTo>
                  <a:pt x="1925986" y="1409559"/>
                </a:lnTo>
                <a:lnTo>
                  <a:pt x="1918081" y="1428242"/>
                </a:lnTo>
                <a:lnTo>
                  <a:pt x="1966214" y="1428242"/>
                </a:lnTo>
                <a:lnTo>
                  <a:pt x="1972163" y="1412865"/>
                </a:lnTo>
                <a:lnTo>
                  <a:pt x="1977326" y="1391618"/>
                </a:lnTo>
                <a:lnTo>
                  <a:pt x="1980965" y="1364680"/>
                </a:lnTo>
                <a:lnTo>
                  <a:pt x="1982343" y="1332230"/>
                </a:lnTo>
                <a:lnTo>
                  <a:pt x="2101088" y="1332230"/>
                </a:lnTo>
                <a:lnTo>
                  <a:pt x="2101088" y="1294384"/>
                </a:lnTo>
                <a:close/>
              </a:path>
              <a:path w="5154295" h="1972945">
                <a:moveTo>
                  <a:pt x="2101088" y="1332230"/>
                </a:moveTo>
                <a:lnTo>
                  <a:pt x="2053463" y="1332230"/>
                </a:lnTo>
                <a:lnTo>
                  <a:pt x="2053463" y="1428242"/>
                </a:lnTo>
                <a:lnTo>
                  <a:pt x="2101088" y="1428242"/>
                </a:lnTo>
                <a:lnTo>
                  <a:pt x="2101088" y="1332230"/>
                </a:lnTo>
                <a:close/>
              </a:path>
              <a:path w="5154295" h="1972945">
                <a:moveTo>
                  <a:pt x="2343785" y="1558163"/>
                </a:moveTo>
                <a:lnTo>
                  <a:pt x="2296287" y="1558163"/>
                </a:lnTo>
                <a:lnTo>
                  <a:pt x="2296287" y="1729867"/>
                </a:lnTo>
                <a:lnTo>
                  <a:pt x="2343785" y="1729867"/>
                </a:lnTo>
                <a:lnTo>
                  <a:pt x="2343785" y="1648968"/>
                </a:lnTo>
                <a:lnTo>
                  <a:pt x="2406562" y="1648968"/>
                </a:lnTo>
                <a:lnTo>
                  <a:pt x="2394204" y="1636776"/>
                </a:lnTo>
                <a:lnTo>
                  <a:pt x="2403407" y="1628775"/>
                </a:lnTo>
                <a:lnTo>
                  <a:pt x="2343785" y="1628775"/>
                </a:lnTo>
                <a:lnTo>
                  <a:pt x="2343785" y="1558163"/>
                </a:lnTo>
                <a:close/>
              </a:path>
              <a:path w="5154295" h="1972945">
                <a:moveTo>
                  <a:pt x="2406562" y="1648968"/>
                </a:moveTo>
                <a:lnTo>
                  <a:pt x="2343785" y="1648968"/>
                </a:lnTo>
                <a:lnTo>
                  <a:pt x="2426462" y="1729867"/>
                </a:lnTo>
                <a:lnTo>
                  <a:pt x="2488565" y="1729867"/>
                </a:lnTo>
                <a:lnTo>
                  <a:pt x="2406562" y="1648968"/>
                </a:lnTo>
                <a:close/>
              </a:path>
              <a:path w="5154295" h="1972945">
                <a:moveTo>
                  <a:pt x="2599817" y="1597406"/>
                </a:moveTo>
                <a:lnTo>
                  <a:pt x="2552446" y="1597406"/>
                </a:lnTo>
                <a:lnTo>
                  <a:pt x="2552446" y="1729867"/>
                </a:lnTo>
                <a:lnTo>
                  <a:pt x="2599817" y="1729867"/>
                </a:lnTo>
                <a:lnTo>
                  <a:pt x="2599817" y="1597406"/>
                </a:lnTo>
                <a:close/>
              </a:path>
              <a:path w="5154295" h="1972945">
                <a:moveTo>
                  <a:pt x="2484628" y="1558163"/>
                </a:moveTo>
                <a:lnTo>
                  <a:pt x="2424176" y="1558163"/>
                </a:lnTo>
                <a:lnTo>
                  <a:pt x="2343785" y="1628775"/>
                </a:lnTo>
                <a:lnTo>
                  <a:pt x="2403407" y="1628775"/>
                </a:lnTo>
                <a:lnTo>
                  <a:pt x="2484628" y="1558163"/>
                </a:lnTo>
                <a:close/>
              </a:path>
              <a:path w="5154295" h="1972945">
                <a:moveTo>
                  <a:pt x="2666238" y="1558163"/>
                </a:moveTo>
                <a:lnTo>
                  <a:pt x="2486025" y="1558163"/>
                </a:lnTo>
                <a:lnTo>
                  <a:pt x="2486025" y="1597406"/>
                </a:lnTo>
                <a:lnTo>
                  <a:pt x="2666238" y="1597406"/>
                </a:lnTo>
                <a:lnTo>
                  <a:pt x="2666238" y="1558163"/>
                </a:lnTo>
                <a:close/>
              </a:path>
              <a:path w="5154295" h="1972945">
                <a:moveTo>
                  <a:pt x="2266061" y="1558163"/>
                </a:moveTo>
                <a:lnTo>
                  <a:pt x="2108962" y="1558163"/>
                </a:lnTo>
                <a:lnTo>
                  <a:pt x="2108962" y="1729867"/>
                </a:lnTo>
                <a:lnTo>
                  <a:pt x="2267458" y="1729867"/>
                </a:lnTo>
                <a:lnTo>
                  <a:pt x="2267458" y="1692021"/>
                </a:lnTo>
                <a:lnTo>
                  <a:pt x="2155698" y="1692021"/>
                </a:lnTo>
                <a:lnTo>
                  <a:pt x="2155698" y="1662176"/>
                </a:lnTo>
                <a:lnTo>
                  <a:pt x="2262505" y="1662176"/>
                </a:lnTo>
                <a:lnTo>
                  <a:pt x="2262505" y="1623441"/>
                </a:lnTo>
                <a:lnTo>
                  <a:pt x="2155698" y="1623441"/>
                </a:lnTo>
                <a:lnTo>
                  <a:pt x="2155698" y="1595628"/>
                </a:lnTo>
                <a:lnTo>
                  <a:pt x="2266061" y="1595628"/>
                </a:lnTo>
                <a:lnTo>
                  <a:pt x="2266061" y="1558163"/>
                </a:lnTo>
                <a:close/>
              </a:path>
              <a:path w="5154295" h="1972945">
                <a:moveTo>
                  <a:pt x="1980057" y="1555369"/>
                </a:moveTo>
                <a:lnTo>
                  <a:pt x="1969897" y="1555369"/>
                </a:lnTo>
                <a:lnTo>
                  <a:pt x="1919922" y="1563336"/>
                </a:lnTo>
                <a:lnTo>
                  <a:pt x="1888236" y="1583674"/>
                </a:lnTo>
                <a:lnTo>
                  <a:pt x="1871599" y="1611036"/>
                </a:lnTo>
                <a:lnTo>
                  <a:pt x="1866773" y="1640078"/>
                </a:lnTo>
                <a:lnTo>
                  <a:pt x="1866773" y="1646936"/>
                </a:lnTo>
                <a:lnTo>
                  <a:pt x="1871599" y="1675901"/>
                </a:lnTo>
                <a:lnTo>
                  <a:pt x="1888236" y="1703593"/>
                </a:lnTo>
                <a:lnTo>
                  <a:pt x="1919922" y="1724356"/>
                </a:lnTo>
                <a:lnTo>
                  <a:pt x="1969897" y="1732534"/>
                </a:lnTo>
                <a:lnTo>
                  <a:pt x="1980057" y="1732534"/>
                </a:lnTo>
                <a:lnTo>
                  <a:pt x="2029976" y="1724356"/>
                </a:lnTo>
                <a:lnTo>
                  <a:pt x="2061693" y="1703593"/>
                </a:lnTo>
                <a:lnTo>
                  <a:pt x="2067990" y="1693164"/>
                </a:lnTo>
                <a:lnTo>
                  <a:pt x="1974977" y="1693164"/>
                </a:lnTo>
                <a:lnTo>
                  <a:pt x="1945429" y="1688592"/>
                </a:lnTo>
                <a:lnTo>
                  <a:pt x="1927479" y="1676971"/>
                </a:lnTo>
                <a:lnTo>
                  <a:pt x="1918577" y="1661445"/>
                </a:lnTo>
                <a:lnTo>
                  <a:pt x="1916176" y="1645158"/>
                </a:lnTo>
                <a:lnTo>
                  <a:pt x="1916176" y="1641856"/>
                </a:lnTo>
                <a:lnTo>
                  <a:pt x="1918612" y="1625526"/>
                </a:lnTo>
                <a:lnTo>
                  <a:pt x="1927574" y="1610280"/>
                </a:lnTo>
                <a:lnTo>
                  <a:pt x="1945536" y="1599011"/>
                </a:lnTo>
                <a:lnTo>
                  <a:pt x="1974977" y="1594612"/>
                </a:lnTo>
                <a:lnTo>
                  <a:pt x="2068464" y="1594612"/>
                </a:lnTo>
                <a:lnTo>
                  <a:pt x="2061823" y="1583674"/>
                </a:lnTo>
                <a:lnTo>
                  <a:pt x="2030140" y="1563336"/>
                </a:lnTo>
                <a:lnTo>
                  <a:pt x="2030310" y="1563336"/>
                </a:lnTo>
                <a:lnTo>
                  <a:pt x="1980057" y="1555369"/>
                </a:lnTo>
                <a:close/>
              </a:path>
              <a:path w="5154295" h="1972945">
                <a:moveTo>
                  <a:pt x="2068464" y="1594612"/>
                </a:moveTo>
                <a:lnTo>
                  <a:pt x="1974977" y="1594612"/>
                </a:lnTo>
                <a:lnTo>
                  <a:pt x="2004437" y="1599011"/>
                </a:lnTo>
                <a:lnTo>
                  <a:pt x="2022443" y="1610280"/>
                </a:lnTo>
                <a:lnTo>
                  <a:pt x="2031448" y="1625526"/>
                </a:lnTo>
                <a:lnTo>
                  <a:pt x="2033905" y="1641856"/>
                </a:lnTo>
                <a:lnTo>
                  <a:pt x="2033905" y="1645158"/>
                </a:lnTo>
                <a:lnTo>
                  <a:pt x="2004482" y="1688592"/>
                </a:lnTo>
                <a:lnTo>
                  <a:pt x="1974977" y="1693164"/>
                </a:lnTo>
                <a:lnTo>
                  <a:pt x="2067990" y="1693164"/>
                </a:lnTo>
                <a:lnTo>
                  <a:pt x="2078340" y="1675901"/>
                </a:lnTo>
                <a:lnTo>
                  <a:pt x="2083181" y="1646936"/>
                </a:lnTo>
                <a:lnTo>
                  <a:pt x="2083181" y="1640078"/>
                </a:lnTo>
                <a:lnTo>
                  <a:pt x="2078390" y="1611036"/>
                </a:lnTo>
                <a:lnTo>
                  <a:pt x="2077978" y="1610280"/>
                </a:lnTo>
                <a:lnTo>
                  <a:pt x="2068464" y="1594612"/>
                </a:lnTo>
                <a:close/>
              </a:path>
              <a:path w="5154295" h="1972945">
                <a:moveTo>
                  <a:pt x="2926461" y="1294384"/>
                </a:moveTo>
                <a:lnTo>
                  <a:pt x="2760091" y="1294384"/>
                </a:lnTo>
                <a:lnTo>
                  <a:pt x="2759916" y="1332230"/>
                </a:lnTo>
                <a:lnTo>
                  <a:pt x="2759840" y="1348747"/>
                </a:lnTo>
                <a:lnTo>
                  <a:pt x="2757197" y="1401183"/>
                </a:lnTo>
                <a:lnTo>
                  <a:pt x="2731770" y="1425702"/>
                </a:lnTo>
                <a:lnTo>
                  <a:pt x="2730119" y="1425702"/>
                </a:lnTo>
                <a:lnTo>
                  <a:pt x="2730119" y="1466088"/>
                </a:lnTo>
                <a:lnTo>
                  <a:pt x="2747264" y="1466088"/>
                </a:lnTo>
                <a:lnTo>
                  <a:pt x="2768649" y="1463311"/>
                </a:lnTo>
                <a:lnTo>
                  <a:pt x="2796921" y="1433576"/>
                </a:lnTo>
                <a:lnTo>
                  <a:pt x="2803382" y="1393475"/>
                </a:lnTo>
                <a:lnTo>
                  <a:pt x="2805176" y="1332230"/>
                </a:lnTo>
                <a:lnTo>
                  <a:pt x="2926461" y="1332230"/>
                </a:lnTo>
                <a:lnTo>
                  <a:pt x="2926461" y="1294384"/>
                </a:lnTo>
                <a:close/>
              </a:path>
              <a:path w="5154295" h="1972945">
                <a:moveTo>
                  <a:pt x="2926461" y="1332230"/>
                </a:moveTo>
                <a:lnTo>
                  <a:pt x="2878963" y="1332230"/>
                </a:lnTo>
                <a:lnTo>
                  <a:pt x="2878963" y="1466088"/>
                </a:lnTo>
                <a:lnTo>
                  <a:pt x="2926461" y="1466088"/>
                </a:lnTo>
                <a:lnTo>
                  <a:pt x="2926461" y="1332230"/>
                </a:lnTo>
                <a:close/>
              </a:path>
              <a:path w="5154295" h="1972945">
                <a:moveTo>
                  <a:pt x="3007360" y="1294384"/>
                </a:moveTo>
                <a:lnTo>
                  <a:pt x="2959735" y="1294384"/>
                </a:lnTo>
                <a:lnTo>
                  <a:pt x="2959735" y="1466088"/>
                </a:lnTo>
                <a:lnTo>
                  <a:pt x="3077210" y="1466088"/>
                </a:lnTo>
                <a:lnTo>
                  <a:pt x="3110378" y="1461710"/>
                </a:lnTo>
                <a:lnTo>
                  <a:pt x="3131962" y="1449641"/>
                </a:lnTo>
                <a:lnTo>
                  <a:pt x="3143664" y="1431476"/>
                </a:lnTo>
                <a:lnTo>
                  <a:pt x="3144167" y="1428242"/>
                </a:lnTo>
                <a:lnTo>
                  <a:pt x="3007360" y="1428242"/>
                </a:lnTo>
                <a:lnTo>
                  <a:pt x="3007360" y="1387602"/>
                </a:lnTo>
                <a:lnTo>
                  <a:pt x="3144334" y="1387602"/>
                </a:lnTo>
                <a:lnTo>
                  <a:pt x="3143754" y="1383778"/>
                </a:lnTo>
                <a:lnTo>
                  <a:pt x="3132201" y="1365837"/>
                </a:lnTo>
                <a:lnTo>
                  <a:pt x="3110646" y="1354016"/>
                </a:lnTo>
                <a:lnTo>
                  <a:pt x="3077210" y="1349756"/>
                </a:lnTo>
                <a:lnTo>
                  <a:pt x="3007360" y="1349756"/>
                </a:lnTo>
                <a:lnTo>
                  <a:pt x="3007360" y="1294384"/>
                </a:lnTo>
                <a:close/>
              </a:path>
              <a:path w="5154295" h="1972945">
                <a:moveTo>
                  <a:pt x="3144334" y="1387602"/>
                </a:moveTo>
                <a:lnTo>
                  <a:pt x="3073527" y="1387602"/>
                </a:lnTo>
                <a:lnTo>
                  <a:pt x="3084228" y="1388935"/>
                </a:lnTo>
                <a:lnTo>
                  <a:pt x="3091799" y="1392745"/>
                </a:lnTo>
                <a:lnTo>
                  <a:pt x="3096297" y="1398746"/>
                </a:lnTo>
                <a:lnTo>
                  <a:pt x="3097736" y="1406398"/>
                </a:lnTo>
                <a:lnTo>
                  <a:pt x="3097713" y="1408811"/>
                </a:lnTo>
                <a:lnTo>
                  <a:pt x="3096297" y="1416454"/>
                </a:lnTo>
                <a:lnTo>
                  <a:pt x="3091799" y="1422717"/>
                </a:lnTo>
                <a:lnTo>
                  <a:pt x="3084228" y="1426789"/>
                </a:lnTo>
                <a:lnTo>
                  <a:pt x="3073527" y="1428242"/>
                </a:lnTo>
                <a:lnTo>
                  <a:pt x="3144167" y="1428242"/>
                </a:lnTo>
                <a:lnTo>
                  <a:pt x="3147187" y="1408811"/>
                </a:lnTo>
                <a:lnTo>
                  <a:pt x="3147187" y="1406398"/>
                </a:lnTo>
                <a:lnTo>
                  <a:pt x="3144334" y="1387602"/>
                </a:lnTo>
                <a:close/>
              </a:path>
              <a:path w="5154295" h="1972945">
                <a:moveTo>
                  <a:pt x="1075055" y="823087"/>
                </a:moveTo>
                <a:lnTo>
                  <a:pt x="644474" y="823087"/>
                </a:lnTo>
                <a:lnTo>
                  <a:pt x="644474" y="1733550"/>
                </a:lnTo>
                <a:lnTo>
                  <a:pt x="1075055" y="1972564"/>
                </a:lnTo>
                <a:lnTo>
                  <a:pt x="1075055" y="823087"/>
                </a:lnTo>
                <a:close/>
              </a:path>
              <a:path w="5154295" h="1972945">
                <a:moveTo>
                  <a:pt x="661797" y="337312"/>
                </a:moveTo>
                <a:lnTo>
                  <a:pt x="0" y="719328"/>
                </a:lnTo>
                <a:lnTo>
                  <a:pt x="411276" y="956818"/>
                </a:lnTo>
                <a:lnTo>
                  <a:pt x="644474" y="823087"/>
                </a:lnTo>
                <a:lnTo>
                  <a:pt x="1075055" y="823087"/>
                </a:lnTo>
                <a:lnTo>
                  <a:pt x="1075055" y="576326"/>
                </a:lnTo>
                <a:lnTo>
                  <a:pt x="661797" y="337312"/>
                </a:lnTo>
                <a:close/>
              </a:path>
              <a:path w="5154295" h="1972945">
                <a:moveTo>
                  <a:pt x="1245997" y="0"/>
                </a:moveTo>
                <a:lnTo>
                  <a:pt x="730504" y="297561"/>
                </a:lnTo>
                <a:lnTo>
                  <a:pt x="1141857" y="535051"/>
                </a:lnTo>
                <a:lnTo>
                  <a:pt x="1659382" y="238887"/>
                </a:lnTo>
                <a:lnTo>
                  <a:pt x="124599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642083" y="0"/>
            <a:ext cx="11604625" cy="6858000"/>
            <a:chOff x="587375" y="0"/>
            <a:chExt cx="11604625" cy="6858000"/>
          </a:xfrm>
        </p:grpSpPr>
        <p:sp>
          <p:nvSpPr>
            <p:cNvPr id="4" name="object 4"/>
            <p:cNvSpPr/>
            <p:nvPr/>
          </p:nvSpPr>
          <p:spPr>
            <a:xfrm>
              <a:off x="587375" y="1257300"/>
              <a:ext cx="11604625" cy="0"/>
            </a:xfrm>
            <a:custGeom>
              <a:avLst/>
              <a:gdLst/>
              <a:ahLst/>
              <a:cxnLst/>
              <a:rect l="l" t="t" r="r" b="b"/>
              <a:pathLst>
                <a:path w="11604625">
                  <a:moveTo>
                    <a:pt x="0" y="0"/>
                  </a:moveTo>
                  <a:lnTo>
                    <a:pt x="116046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604625" y="0"/>
              <a:ext cx="12700" cy="6858000"/>
            </a:xfrm>
            <a:custGeom>
              <a:avLst/>
              <a:gdLst/>
              <a:ahLst/>
              <a:cxnLst/>
              <a:rect l="l" t="t" r="r" b="b"/>
              <a:pathLst>
                <a:path w="12700" h="6858000">
                  <a:moveTo>
                    <a:pt x="127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700" y="6858000"/>
                  </a:lnTo>
                  <a:lnTo>
                    <a:pt x="12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73167" y="584595"/>
              <a:ext cx="635487" cy="4943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8968" y="679951"/>
              <a:ext cx="1466588" cy="3210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696" y="605735"/>
              <a:ext cx="411489" cy="45778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27452" y="682035"/>
              <a:ext cx="1475573" cy="35047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27086" y="631914"/>
              <a:ext cx="412240" cy="4051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71372" y="1429511"/>
              <a:ext cx="10583418" cy="5428488"/>
            </a:xfrm>
            <a:prstGeom prst="rect">
              <a:avLst/>
            </a:prstGeom>
          </p:spPr>
        </p:pic>
      </p:grpSp>
      <p:sp>
        <p:nvSpPr>
          <p:cNvPr id="12" name="object 18">
            <a:extLst>
              <a:ext uri="{FF2B5EF4-FFF2-40B4-BE49-F238E27FC236}">
                <a16:creationId xmlns:a16="http://schemas.microsoft.com/office/drawing/2014/main" xmlns="" id="{4751A9FF-D864-4135-AD5B-58AA20E6D3D9}"/>
              </a:ext>
            </a:extLst>
          </p:cNvPr>
          <p:cNvSpPr txBox="1"/>
          <p:nvPr/>
        </p:nvSpPr>
        <p:spPr>
          <a:xfrm>
            <a:off x="503995" y="2895600"/>
            <a:ext cx="8607425" cy="83862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6509"/>
              </a:lnSpc>
              <a:spcBef>
                <a:spcPts val="425"/>
              </a:spcBef>
            </a:pPr>
            <a:r>
              <a:rPr lang="ru-RU" sz="4800" b="1" spc="-10" dirty="0">
                <a:solidFill>
                  <a:schemeClr val="bg1">
                    <a:lumMod val="95000"/>
                  </a:schemeClr>
                </a:solidFill>
                <a:latin typeface="Trebuchet MS"/>
                <a:cs typeface="Trebuchet MS"/>
              </a:rPr>
              <a:t>Название проекта</a:t>
            </a:r>
            <a:endParaRPr sz="4800" dirty="0">
              <a:solidFill>
                <a:schemeClr val="bg1">
                  <a:lumMod val="95000"/>
                </a:schemeClr>
              </a:solidFill>
              <a:latin typeface="Trebuchet MS"/>
              <a:cs typeface="Trebuchet M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xmlns="" id="{95DA9EF1-0E8C-4C5A-B74B-3FDAD204BABF}"/>
              </a:ext>
            </a:extLst>
          </p:cNvPr>
          <p:cNvSpPr/>
          <p:nvPr/>
        </p:nvSpPr>
        <p:spPr>
          <a:xfrm>
            <a:off x="503995" y="5991299"/>
            <a:ext cx="3315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ru-RU" sz="1800" spc="-10" dirty="0">
                <a:solidFill>
                  <a:schemeClr val="bg1">
                    <a:lumMod val="95000"/>
                  </a:schemeClr>
                </a:solidFill>
                <a:latin typeface="Microsoft Sans Serif"/>
                <a:cs typeface="Microsoft Sans Serif"/>
              </a:rPr>
              <a:t>ФИО, контакты, организация</a:t>
            </a:r>
            <a:endParaRPr lang="ru-RU" sz="1800" dirty="0">
              <a:solidFill>
                <a:schemeClr val="bg1">
                  <a:lumMod val="95000"/>
                </a:schemeClr>
              </a:solidFill>
              <a:latin typeface="Microsoft Sans Serif"/>
              <a:cs typeface="Microsoft Sans Serif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D9FE8D8C-B19E-4435-9B06-3375ED8685F0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3684" y="601947"/>
            <a:ext cx="1612470" cy="4943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936625"/>
          </a:xfrm>
          <a:custGeom>
            <a:avLst/>
            <a:gdLst/>
            <a:ahLst/>
            <a:cxnLst/>
            <a:rect l="l" t="t" r="r" b="b"/>
            <a:pathLst>
              <a:path h="936625">
                <a:moveTo>
                  <a:pt x="0" y="0"/>
                </a:moveTo>
                <a:lnTo>
                  <a:pt x="0" y="936625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000" y="517579"/>
            <a:ext cx="10050780" cy="777777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>
              <a:lnSpc>
                <a:spcPts val="6190"/>
              </a:lnSpc>
              <a:spcBef>
                <a:spcPts val="1085"/>
              </a:spcBef>
            </a:pPr>
            <a:r>
              <a:rPr lang="ru-RU" spc="55" dirty="0">
                <a:latin typeface="Trebuchet MS"/>
                <a:cs typeface="Trebuchet MS"/>
              </a:rPr>
              <a:t>ПРОБЛЕМА</a:t>
            </a:r>
            <a:endParaRPr lang="ru-RU" dirty="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800" y="1976609"/>
            <a:ext cx="11582400" cy="4363812"/>
            <a:chOff x="-7118350" y="2163524"/>
            <a:chExt cx="11582400" cy="4580336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7118350" y="2277824"/>
              <a:ext cx="11582400" cy="44660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994270" y="2163524"/>
              <a:ext cx="3662299" cy="328574"/>
            </a:xfrm>
            <a:prstGeom prst="rect">
              <a:avLst/>
            </a:prstGeom>
          </p:spPr>
        </p:pic>
      </p:grp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2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33400" y="2002867"/>
            <a:ext cx="10723433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1200" dirty="0"/>
              <a:t>Оп</a:t>
            </a:r>
            <a:r>
              <a:rPr lang="ru-RU" sz="1200" dirty="0">
                <a:latin typeface="Microsoft Sans Serif"/>
                <a:cs typeface="Microsoft Sans Serif"/>
              </a:rPr>
              <a:t>ишите, чью проблему Вы собираетесь решить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Как проблема решается в настоящее время: Например: традиционные методы/косвенные и прямые аналоги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Почему существующее решение хуже: Например: традиционные методы менее эффективны (почему?), косвенные аналоги не закрывают весь критически важный функционал, прямые аналог дорогие, импортные и т.п. (почему дороже?).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У каких конкретных коммерческих компаний или потребителей она стоит наиболее остро. Например: компании нефтегазовой отрасли («Роснефть», «Лукойл», «Татнефть», «Газпром нефть» и др.)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Сколько потенциальных компаний/клиентов сталкиваются с данной проблемой: Например: не менее 10 отечественных компаний (ссылка на источник). 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Представьте количественные оценки данной проблемы (расходы/упущенная выгода): Например: Из-за проблемы </a:t>
            </a:r>
            <a:r>
              <a:rPr lang="en-US" sz="1200" dirty="0">
                <a:latin typeface="Microsoft Sans Serif"/>
                <a:cs typeface="Microsoft Sans Serif"/>
              </a:rPr>
              <a:t>X</a:t>
            </a:r>
            <a:r>
              <a:rPr lang="ru-RU" sz="1200" dirty="0">
                <a:latin typeface="Microsoft Sans Serif"/>
                <a:cs typeface="Microsoft Sans Serif"/>
              </a:rPr>
              <a:t> ежегодно компании теряют</a:t>
            </a:r>
            <a:r>
              <a:rPr lang="en-US" sz="1200" dirty="0">
                <a:latin typeface="Microsoft Sans Serif"/>
                <a:cs typeface="Microsoft Sans Serif"/>
              </a:rPr>
              <a:t> X </a:t>
            </a:r>
            <a:r>
              <a:rPr lang="ru-RU" sz="1200" dirty="0">
                <a:latin typeface="Microsoft Sans Serif"/>
                <a:cs typeface="Microsoft Sans Serif"/>
              </a:rPr>
              <a:t>млн. руб. (добавьте расчеты).</a:t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/>
            </a:r>
            <a:br>
              <a:rPr lang="ru-RU" sz="1200" dirty="0">
                <a:latin typeface="Microsoft Sans Serif"/>
                <a:cs typeface="Microsoft Sans Serif"/>
              </a:rPr>
            </a:br>
            <a:r>
              <a:rPr lang="ru-RU" sz="1200" dirty="0">
                <a:latin typeface="Microsoft Sans Serif"/>
                <a:cs typeface="Microsoft Sans Serif"/>
              </a:rPr>
              <a:t>Кто из потребителей подтвердил актуальность проблемы, подтвердите. Например: проведен </a:t>
            </a:r>
            <a:r>
              <a:rPr lang="en-US" sz="1200" dirty="0" err="1">
                <a:latin typeface="Microsoft Sans Serif"/>
                <a:cs typeface="Microsoft Sans Serif"/>
              </a:rPr>
              <a:t>CustDev</a:t>
            </a:r>
            <a:r>
              <a:rPr lang="en-US" sz="1200" dirty="0">
                <a:latin typeface="Microsoft Sans Serif"/>
                <a:cs typeface="Microsoft Sans Serif"/>
              </a:rPr>
              <a:t> </a:t>
            </a:r>
            <a:r>
              <a:rPr lang="ru-RU" sz="1200" dirty="0">
                <a:latin typeface="Microsoft Sans Serif"/>
                <a:cs typeface="Microsoft Sans Serif"/>
              </a:rPr>
              <a:t>с 5 компаниями, опрошено 10 руководителей подразделений, 25 технических специалистов (должны соответствовать портрету потребителя, не </a:t>
            </a:r>
            <a:r>
              <a:rPr lang="ru-RU" sz="1200" dirty="0" err="1">
                <a:latin typeface="Microsoft Sans Serif"/>
                <a:cs typeface="Microsoft Sans Serif"/>
              </a:rPr>
              <a:t>рандомные</a:t>
            </a:r>
            <a:r>
              <a:rPr lang="ru-RU" sz="1200" dirty="0">
                <a:latin typeface="Microsoft Sans Serif"/>
                <a:cs typeface="Microsoft Sans Serif"/>
              </a:rPr>
              <a:t> компании и специалисты). Подтверждена актуальность проблемы, выявлены ключевые технические характеристики, которым должен соответствовать продукт, получены письма заинтересованности от 2 компаний (фото прилагаются) – готовность проведения пилотных испытаний и последующего внедрения. </a:t>
            </a:r>
          </a:p>
        </p:txBody>
      </p:sp>
      <p:pic>
        <p:nvPicPr>
          <p:cNvPr id="72" name="Рисунок 71">
            <a:extLst>
              <a:ext uri="{FF2B5EF4-FFF2-40B4-BE49-F238E27FC236}">
                <a16:creationId xmlns:a16="http://schemas.microsoft.com/office/drawing/2014/main" xmlns="" id="{5E90570F-24C4-440F-B3CE-6447FFF160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427" y="590062"/>
            <a:ext cx="1455005" cy="2620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38200" y="344441"/>
            <a:ext cx="10050780" cy="816317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 marR="5080" algn="just">
              <a:lnSpc>
                <a:spcPts val="6600"/>
              </a:lnSpc>
              <a:spcBef>
                <a:spcPts val="710"/>
              </a:spcBef>
            </a:pPr>
            <a:r>
              <a:rPr lang="ru-RU" spc="-45" dirty="0">
                <a:latin typeface="Trebuchet MS"/>
                <a:cs typeface="Trebuchet MS"/>
              </a:rPr>
              <a:t>РЕШЕНИЕ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3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xmlns="" id="{C5046DEE-075A-4402-846A-02CE26523171}"/>
              </a:ext>
            </a:extLst>
          </p:cNvPr>
          <p:cNvSpPr/>
          <p:nvPr/>
        </p:nvSpPr>
        <p:spPr>
          <a:xfrm>
            <a:off x="533399" y="1752600"/>
            <a:ext cx="845819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65" dirty="0">
                <a:latin typeface="Microsoft Sans Serif"/>
                <a:cs typeface="Microsoft Sans Serif"/>
              </a:rPr>
              <a:t>Опишите суть предлагаемого Вами решения. </a:t>
            </a:r>
            <a:br>
              <a:rPr lang="ru-RU" sz="1800" spc="65" dirty="0">
                <a:latin typeface="Microsoft Sans Serif"/>
                <a:cs typeface="Microsoft Sans Serif"/>
              </a:rPr>
            </a:br>
            <a:r>
              <a:rPr lang="ru-RU" sz="1800" spc="65" dirty="0">
                <a:latin typeface="Microsoft Sans Serif"/>
                <a:cs typeface="Microsoft Sans Serif"/>
              </a:rPr>
              <a:t>Текущие параметры, целевые параметры.</a:t>
            </a:r>
            <a:br>
              <a:rPr lang="ru-RU" sz="1800" spc="65" dirty="0">
                <a:latin typeface="Microsoft Sans Serif"/>
                <a:cs typeface="Microsoft Sans Serif"/>
              </a:rPr>
            </a:br>
            <a:r>
              <a:rPr lang="ru-RU" sz="1800" spc="65" dirty="0">
                <a:latin typeface="Microsoft Sans Serif"/>
                <a:cs typeface="Microsoft Sans Serif"/>
              </a:rPr>
              <a:t>Укажите экономическую эффективность от внедрения вашего решения. </a:t>
            </a:r>
            <a:br>
              <a:rPr lang="ru-RU" sz="1800" spc="65" dirty="0">
                <a:latin typeface="Microsoft Sans Serif"/>
                <a:cs typeface="Microsoft Sans Serif"/>
              </a:rPr>
            </a:br>
            <a:r>
              <a:rPr lang="ru-RU" sz="1800" spc="65" dirty="0">
                <a:latin typeface="Microsoft Sans Serif"/>
                <a:cs typeface="Microsoft Sans Serif"/>
              </a:rPr>
              <a:t>Опишите, как именно продукт проекта решает/будет решать проблему. </a:t>
            </a:r>
            <a:br>
              <a:rPr lang="ru-RU" sz="1800" spc="65" dirty="0">
                <a:latin typeface="Microsoft Sans Serif"/>
                <a:cs typeface="Microsoft Sans Serif"/>
              </a:rPr>
            </a:br>
            <a:r>
              <a:rPr lang="ru-RU" sz="1800" spc="65" dirty="0">
                <a:latin typeface="Microsoft Sans Serif"/>
                <a:cs typeface="Microsoft Sans Serif"/>
              </a:rPr>
              <a:t>Опишите сценарии применения в разных областях (если применимо). </a:t>
            </a:r>
          </a:p>
        </p:txBody>
      </p:sp>
      <p:pic>
        <p:nvPicPr>
          <p:cNvPr id="59" name="object 29">
            <a:extLst>
              <a:ext uri="{FF2B5EF4-FFF2-40B4-BE49-F238E27FC236}">
                <a16:creationId xmlns:a16="http://schemas.microsoft.com/office/drawing/2014/main" xmlns="" id="{5F4F47AF-93AF-426A-8D7E-CBEBDE67E45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19806" y="3543935"/>
            <a:ext cx="3230626" cy="3314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40" dirty="0">
                <a:latin typeface="Trebuchet MS"/>
                <a:cs typeface="Trebuchet MS"/>
              </a:rPr>
              <a:t>ТЕХНОЛОГИЧЕСКОЕ ЯДРО ПРОЕКТА</a:t>
            </a:r>
            <a:endParaRPr lang="ru-RU" dirty="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4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65" dirty="0">
                <a:latin typeface="Microsoft Sans Serif"/>
                <a:cs typeface="Microsoft Sans Serif"/>
              </a:rPr>
              <a:t>Опишите технологическое ядро вашего решения – за счет какой технологии улучшается/приобретает новые характеристики продукт/решение. </a:t>
            </a:r>
            <a:br>
              <a:rPr lang="ru-RU" sz="1800" spc="-65" dirty="0">
                <a:latin typeface="Microsoft Sans Serif"/>
                <a:cs typeface="Microsoft Sans Serif"/>
              </a:rPr>
            </a:br>
            <a:r>
              <a:rPr lang="ru-RU" sz="1800" spc="-65" dirty="0">
                <a:latin typeface="Microsoft Sans Serif"/>
                <a:cs typeface="Microsoft Sans Serif"/>
              </a:rPr>
              <a:t>Укажите к какой критической технологии относится. </a:t>
            </a:r>
          </a:p>
        </p:txBody>
      </p:sp>
      <p:pic>
        <p:nvPicPr>
          <p:cNvPr id="10" name="object 3">
            <a:extLst>
              <a:ext uri="{FF2B5EF4-FFF2-40B4-BE49-F238E27FC236}">
                <a16:creationId xmlns:a16="http://schemas.microsoft.com/office/drawing/2014/main" xmlns="" id="{FECAAD6E-32ED-46B0-9CCC-92F97AAF091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14975" y="929639"/>
            <a:ext cx="6677025" cy="5928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2206" y="593776"/>
            <a:ext cx="10050780" cy="579714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pc="125" dirty="0">
                <a:latin typeface="Trebuchet MS"/>
                <a:cs typeface="Trebuchet MS"/>
              </a:rPr>
              <a:t>КОНКУРЕНТЫ И АНАЛОГИ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5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111252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Сравните свой продукт с конкурентами (по /функциональным и количественным показателям). </a:t>
            </a:r>
          </a:p>
          <a:p>
            <a:r>
              <a:rPr lang="ru-RU" sz="1800" spc="-20" dirty="0">
                <a:latin typeface="Microsoft Sans Serif"/>
                <a:cs typeface="Microsoft Sans Serif"/>
              </a:rPr>
              <a:t>В сравнительном анализе указывайте ключевые характеристики для продукта. </a:t>
            </a:r>
          </a:p>
          <a:p>
            <a:r>
              <a:rPr lang="ru-RU" sz="1800" spc="-20" dirty="0">
                <a:latin typeface="Microsoft Sans Serif"/>
                <a:cs typeface="Microsoft Sans Serif"/>
              </a:rPr>
              <a:t>Обязательно указывайте название компаний/институтов, страну. </a:t>
            </a:r>
          </a:p>
          <a:p>
            <a:r>
              <a:rPr lang="ru-RU" sz="1800" spc="-20" dirty="0">
                <a:latin typeface="Microsoft Sans Serif"/>
                <a:cs typeface="Microsoft Sans Serif"/>
              </a:rPr>
              <a:t>Укажите уровень локализации, если продукт решает проблему импортозамещения.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F881A423-EFC3-4D73-99BB-496428A88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96164"/>
              </p:ext>
            </p:extLst>
          </p:nvPr>
        </p:nvGraphicFramePr>
        <p:xfrm>
          <a:off x="514090" y="3430954"/>
          <a:ext cx="11026400" cy="229264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05280">
                  <a:extLst>
                    <a:ext uri="{9D8B030D-6E8A-4147-A177-3AD203B41FA5}">
                      <a16:colId xmlns:a16="http://schemas.microsoft.com/office/drawing/2014/main" xmlns="" val="908284636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64670208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885567444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1119717301"/>
                    </a:ext>
                  </a:extLst>
                </a:gridCol>
                <a:gridCol w="2205280">
                  <a:extLst>
                    <a:ext uri="{9D8B030D-6E8A-4147-A177-3AD203B41FA5}">
                      <a16:colId xmlns:a16="http://schemas.microsoft.com/office/drawing/2014/main" xmlns="" val="2485879747"/>
                    </a:ext>
                  </a:extLst>
                </a:gridCol>
              </a:tblGrid>
              <a:tr h="683846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Характеристики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Ваша разработка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Конкурент №1 </a:t>
                      </a:r>
                    </a:p>
                    <a:p>
                      <a:pPr algn="ctr"/>
                      <a:r>
                        <a:rPr lang="ru-RU" sz="1400" dirty="0"/>
                        <a:t>(Название, страна)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Конкурент №2 </a:t>
                      </a:r>
                    </a:p>
                    <a:p>
                      <a:pPr algn="ctr"/>
                      <a:r>
                        <a:rPr lang="ru-RU" sz="1400" dirty="0"/>
                        <a:t>(Название, страна)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/>
                        <a:t>Конкурент №3</a:t>
                      </a:r>
                    </a:p>
                    <a:p>
                      <a:pPr algn="ctr"/>
                      <a:r>
                        <a:rPr lang="ru-RU" sz="1400" dirty="0"/>
                        <a:t>(Название, страна)</a:t>
                      </a:r>
                    </a:p>
                    <a:p>
                      <a:pPr algn="ctr"/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70098661"/>
                  </a:ext>
                </a:extLst>
              </a:tr>
              <a:tr h="780562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65334633"/>
                  </a:ext>
                </a:extLst>
              </a:tr>
              <a:tr h="780562"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05334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80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8832" y="409110"/>
            <a:ext cx="10050780" cy="949045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ru-RU" sz="2800" spc="125" dirty="0">
                <a:latin typeface="Trebuchet MS"/>
              </a:rPr>
              <a:t>МОДЕЛЬ МОНЕТИЗАЦИИ </a:t>
            </a:r>
            <a:r>
              <a:rPr lang="en-US" sz="2800" spc="125" dirty="0">
                <a:latin typeface="Trebuchet MS"/>
              </a:rPr>
              <a:t/>
            </a:r>
            <a:br>
              <a:rPr lang="en-US" sz="2800" spc="125" dirty="0">
                <a:latin typeface="Trebuchet MS"/>
              </a:rPr>
            </a:br>
            <a:r>
              <a:rPr lang="ru-RU" sz="2800" spc="125" dirty="0">
                <a:latin typeface="Trebuchet MS"/>
              </a:rPr>
              <a:t>РЫНОК И ПОТРЕБИТЕЛИ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6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dirty="0"/>
              <a:t>Опишите вашего потенциального потребителя: кто заинтересован в использовании вашего продукта и готов за него платить.</a:t>
            </a:r>
          </a:p>
          <a:p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Опишите путь коммерциализации Вашего проекта: количественный объем продаж; объем продаж в денежном выражении; кому и сколько планируете продавать, как.</a:t>
            </a:r>
          </a:p>
          <a:p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/>
              <a:t>Оцените размер целевого рынка, на котором компания планирует продавать решение в ближайшей перспективе. </a:t>
            </a:r>
          </a:p>
        </p:txBody>
      </p:sp>
      <p:pic>
        <p:nvPicPr>
          <p:cNvPr id="9" name="object 31">
            <a:extLst>
              <a:ext uri="{FF2B5EF4-FFF2-40B4-BE49-F238E27FC236}">
                <a16:creationId xmlns:a16="http://schemas.microsoft.com/office/drawing/2014/main" xmlns="" id="{402BB6D4-F4FB-4A44-A7A9-9C3BC618B1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48600" y="1945975"/>
            <a:ext cx="4306632" cy="499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5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КОМАНДА И ПРОГРЕСС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7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199" y="1620071"/>
            <a:ext cx="9296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Укажите – ФИО, принадлежность к вузу (студент _ вуза_ курса), должность/роль в проекте, функционал в проекте, релевантный опыт (при наличии), компетенции участников и состав на «входе» и «выходе» из программы. </a:t>
            </a: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D81E31C8-16EF-4A10-853D-CADBCE13232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712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ПАРТНЕРЫ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8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Опишите задачу партнера, которая легла в основу проекта (при наличии).</a:t>
            </a:r>
          </a:p>
          <a:p>
            <a:endParaRPr lang="ru-RU" sz="1800" spc="-20" dirty="0">
              <a:latin typeface="Microsoft Sans Serif"/>
              <a:cs typeface="Microsoft Sans Serif"/>
            </a:endParaRPr>
          </a:p>
          <a:p>
            <a:r>
              <a:rPr lang="ru-RU" sz="1800" spc="-20" dirty="0">
                <a:latin typeface="Microsoft Sans Serif"/>
                <a:cs typeface="Microsoft Sans Serif"/>
              </a:rPr>
              <a:t/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Укажите партнеров и иных представителей, заинтересованных в развитии проекта, их роль в проекте (экспертиза, площадка для пилотирования/оборудование/финансирование и т.п.)</a:t>
            </a:r>
            <a:r>
              <a:rPr lang="ru-RU" spc="-20" dirty="0">
                <a:latin typeface="Microsoft Sans Serif"/>
                <a:cs typeface="Microsoft Sans Serif"/>
              </a:rPr>
              <a:t>, совместные ближайшие шаги.</a:t>
            </a:r>
            <a:r>
              <a:rPr lang="ru-RU" sz="1800" spc="-20" dirty="0">
                <a:latin typeface="Microsoft Sans Serif"/>
                <a:cs typeface="Microsoft Sans Serif"/>
              </a:rPr>
              <a:t/>
            </a:r>
            <a:br>
              <a:rPr lang="ru-RU" sz="1800" spc="-20" dirty="0">
                <a:latin typeface="Microsoft Sans Serif"/>
                <a:cs typeface="Microsoft Sans Serif"/>
              </a:rPr>
            </a:br>
            <a:endParaRPr lang="ru-RU" sz="1800" spc="-20" dirty="0">
              <a:latin typeface="Microsoft Sans Serif"/>
              <a:cs typeface="Microsoft Sans Serif"/>
            </a:endParaRPr>
          </a:p>
        </p:txBody>
      </p:sp>
      <p:pic>
        <p:nvPicPr>
          <p:cNvPr id="10" name="object 23">
            <a:extLst>
              <a:ext uri="{FF2B5EF4-FFF2-40B4-BE49-F238E27FC236}">
                <a16:creationId xmlns:a16="http://schemas.microsoft.com/office/drawing/2014/main" xmlns="" id="{3593A62C-A660-493E-A8FD-B5A586C09E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9" y="1895310"/>
            <a:ext cx="4724399" cy="496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4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УРОВЕНЬ ГОТОВНОСТИ ТЕХНОЛОГИИ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9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DDC7B154-4116-4471-BAA3-1CFE6152CE33}"/>
              </a:ext>
            </a:extLst>
          </p:cNvPr>
          <p:cNvSpPr/>
          <p:nvPr/>
        </p:nvSpPr>
        <p:spPr>
          <a:xfrm>
            <a:off x="457200" y="1431619"/>
            <a:ext cx="7543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Определите уровень готовности технологии, опишите текущий статус и приложите подтверждающие артефакты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1BFB0D11-8BA9-42C7-A2AC-C958CB7D71B5}"/>
              </a:ext>
            </a:extLst>
          </p:cNvPr>
          <p:cNvSpPr/>
          <p:nvPr/>
        </p:nvSpPr>
        <p:spPr>
          <a:xfrm>
            <a:off x="457200" y="2868539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i="1" spc="125" dirty="0">
                <a:solidFill>
                  <a:schemeClr val="tx1"/>
                </a:solidFill>
                <a:latin typeface="Trebuchet MS"/>
              </a:rPr>
              <a:t>ОПИСАНИЕ </a:t>
            </a:r>
            <a:r>
              <a:rPr lang="ru-RU" sz="1100" i="1" spc="125" dirty="0">
                <a:solidFill>
                  <a:schemeClr val="tx1"/>
                </a:solidFill>
                <a:latin typeface="Trebuchet MS"/>
                <a:cs typeface="Trebuchet MS"/>
              </a:rPr>
              <a:t>УРОВНЕЙ ГОТОВНОСТИ И СООТВЕТСТВУЮЩИХ ИМ АРТЕФАКТОВ</a:t>
            </a:r>
            <a:endParaRPr lang="ru-RU" sz="1100" i="1" dirty="0">
              <a:solidFill>
                <a:schemeClr val="tx1"/>
              </a:solidFill>
            </a:endParaRPr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xmlns="" id="{5390AD79-9B88-4A02-B862-E395ADA659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76096"/>
              </p:ext>
            </p:extLst>
          </p:nvPr>
        </p:nvGraphicFramePr>
        <p:xfrm>
          <a:off x="457200" y="3202295"/>
          <a:ext cx="11429998" cy="3468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9790">
                  <a:extLst>
                    <a:ext uri="{9D8B030D-6E8A-4147-A177-3AD203B41FA5}">
                      <a16:colId xmlns:a16="http://schemas.microsoft.com/office/drawing/2014/main" xmlns="" val="2146707146"/>
                    </a:ext>
                  </a:extLst>
                </a:gridCol>
                <a:gridCol w="4414235">
                  <a:extLst>
                    <a:ext uri="{9D8B030D-6E8A-4147-A177-3AD203B41FA5}">
                      <a16:colId xmlns:a16="http://schemas.microsoft.com/office/drawing/2014/main" xmlns="" val="4205423820"/>
                    </a:ext>
                  </a:extLst>
                </a:gridCol>
                <a:gridCol w="5145973">
                  <a:extLst>
                    <a:ext uri="{9D8B030D-6E8A-4147-A177-3AD203B41FA5}">
                      <a16:colId xmlns:a16="http://schemas.microsoft.com/office/drawing/2014/main" xmlns="" val="1604952429"/>
                    </a:ext>
                  </a:extLst>
                </a:gridCol>
              </a:tblGrid>
              <a:tr h="546210">
                <a:tc>
                  <a:txBody>
                    <a:bodyPr/>
                    <a:lstStyle/>
                    <a:p>
                      <a:r>
                        <a:rPr lang="ru-RU" sz="1400" dirty="0"/>
                        <a:t>Уровень готовности технологии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Краткое описание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Артефакт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6048473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1</a:t>
                      </a:r>
                      <a:r>
                        <a:rPr lang="en-US" sz="1400" dirty="0"/>
                        <a:t>-3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Формирование концепции, лабораторные исследования, создание макета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Научные статьи, отчеты о моделировании, письма заинтересованности от партнеров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659225597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Создание прототипа, подтверждение характеристик в лабораторных условиях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>
                          <a:effectLst/>
                        </a:rPr>
                        <a:t>Фото/видео работающего лабораторного макета, протоколы успешных экспериментов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950150802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Пилотирование проекта (опытные испытания)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kern="1200" dirty="0" err="1">
                          <a:effectLst/>
                        </a:rPr>
                        <a:t>Видеодемонстрация</a:t>
                      </a:r>
                      <a:r>
                        <a:rPr lang="ru-RU" sz="1400" kern="1200" dirty="0">
                          <a:effectLst/>
                        </a:rPr>
                        <a:t> работы прототипа в промышленных условиях, отчет независимого тестирования.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494127428"/>
                  </a:ext>
                </a:extLst>
              </a:tr>
              <a:tr h="601145">
                <a:tc>
                  <a:txBody>
                    <a:bodyPr/>
                    <a:lstStyle/>
                    <a:p>
                      <a:r>
                        <a:rPr lang="ru-RU" sz="1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Предсерийное производство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Акт о завершении пилотного проекта, отзыв пилотного заказчика, данные о стабильности работы.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351927280"/>
                  </a:ext>
                </a:extLst>
              </a:tr>
              <a:tr h="418980">
                <a:tc>
                  <a:txBody>
                    <a:bodyPr/>
                    <a:lstStyle/>
                    <a:p>
                      <a:r>
                        <a:rPr lang="ru-RU" sz="1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Серийное производство, коммерческое использование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>
                          <a:effectLst/>
                        </a:rPr>
                        <a:t>Контракты на продажу, фото серийного производства, отзывы клиентов.</a:t>
                      </a:r>
                      <a:endParaRPr lang="ru-RU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47052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28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42668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ПРОГРЕСС ЗА ВРЕМЯ АКСЕЛЕРАЦИИ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10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600618" y="2435477"/>
            <a:ext cx="96011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Опишите чего удалось достигнуть за время акселерации относительно решения, партнерства, проработки бизнес-составляющей.</a:t>
            </a: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xmlns="" id="{EF24AC01-7E05-4F77-AFD8-4CD59F7361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1410"/>
              </p:ext>
            </p:extLst>
          </p:nvPr>
        </p:nvGraphicFramePr>
        <p:xfrm>
          <a:off x="600618" y="3209852"/>
          <a:ext cx="10334880" cy="306394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67440">
                  <a:extLst>
                    <a:ext uri="{9D8B030D-6E8A-4147-A177-3AD203B41FA5}">
                      <a16:colId xmlns:a16="http://schemas.microsoft.com/office/drawing/2014/main" xmlns="" val="2499979409"/>
                    </a:ext>
                  </a:extLst>
                </a:gridCol>
                <a:gridCol w="5167440">
                  <a:extLst>
                    <a:ext uri="{9D8B030D-6E8A-4147-A177-3AD203B41FA5}">
                      <a16:colId xmlns:a16="http://schemas.microsoft.com/office/drawing/2014/main" xmlns="" val="1114083981"/>
                    </a:ext>
                  </a:extLst>
                </a:gridCol>
              </a:tblGrid>
              <a:tr h="503628">
                <a:tc>
                  <a:txBody>
                    <a:bodyPr/>
                    <a:lstStyle/>
                    <a:p>
                      <a:r>
                        <a:rPr lang="ru-RU" sz="1800" dirty="0"/>
                        <a:t>До участия в акселерационной программе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После участия в акселерационной программе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9128417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r>
                        <a:rPr lang="ru-RU" sz="1800" dirty="0"/>
                        <a:t>Уровень готовности технологии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Уровень готовности технологии - </a:t>
                      </a:r>
                    </a:p>
                    <a:p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5207084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r>
                        <a:rPr lang="ru-RU" sz="1800" dirty="0"/>
                        <a:t>Производственная готовность -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Производственная готовность - </a:t>
                      </a:r>
                    </a:p>
                    <a:p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99280876"/>
                  </a:ext>
                </a:extLst>
              </a:tr>
              <a:tr h="579005">
                <a:tc>
                  <a:txBody>
                    <a:bodyPr/>
                    <a:lstStyle/>
                    <a:p>
                      <a:r>
                        <a:rPr lang="ru-RU" sz="1800" dirty="0"/>
                        <a:t>Рыночная готовность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Рыночная готовность -</a:t>
                      </a:r>
                    </a:p>
                    <a:p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84873228"/>
                  </a:ext>
                </a:extLst>
              </a:tr>
              <a:tr h="294798">
                <a:tc>
                  <a:txBody>
                    <a:bodyPr/>
                    <a:lstStyle/>
                    <a:p>
                      <a:r>
                        <a:rPr lang="ru-RU" sz="1800" dirty="0"/>
                        <a:t>Партнерства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Партнерства -</a:t>
                      </a:r>
                    </a:p>
                    <a:p>
                      <a:endParaRPr lang="ru-R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7519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66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ПЛАНЫ РАЗВИТИЯ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11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Опишите ваши планы по направлениям: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исследования и разработка;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защита интеллектуальной собственности;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маркетинг, внедрение и продвижение;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привлечение инвестиций и др.</a:t>
            </a:r>
          </a:p>
          <a:p>
            <a:r>
              <a:rPr lang="ru-RU" sz="1800" spc="-20" dirty="0">
                <a:latin typeface="Microsoft Sans Serif"/>
                <a:cs typeface="Microsoft Sans Serif"/>
              </a:rPr>
              <a:t/>
            </a:r>
            <a:br>
              <a:rPr lang="ru-RU" sz="1800" spc="-20" dirty="0">
                <a:latin typeface="Microsoft Sans Serif"/>
                <a:cs typeface="Microsoft Sans Serif"/>
              </a:rPr>
            </a:br>
            <a:endParaRPr lang="ru-RU" sz="1800" spc="-20" dirty="0">
              <a:latin typeface="Microsoft Sans Serif"/>
              <a:cs typeface="Microsoft Sans Serif"/>
            </a:endParaRPr>
          </a:p>
        </p:txBody>
      </p:sp>
      <p:pic>
        <p:nvPicPr>
          <p:cNvPr id="12" name="object 20">
            <a:extLst>
              <a:ext uri="{FF2B5EF4-FFF2-40B4-BE49-F238E27FC236}">
                <a16:creationId xmlns:a16="http://schemas.microsoft.com/office/drawing/2014/main" xmlns="" id="{0EC878D7-1E91-499B-AAA4-958154F29F9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62721" y="1220088"/>
            <a:ext cx="3971035" cy="5501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81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475" y="584200"/>
            <a:ext cx="0" cy="684530"/>
          </a:xfrm>
          <a:custGeom>
            <a:avLst/>
            <a:gdLst/>
            <a:ahLst/>
            <a:cxnLst/>
            <a:rect l="l" t="t" r="r" b="b"/>
            <a:pathLst>
              <a:path h="684530">
                <a:moveTo>
                  <a:pt x="0" y="0"/>
                </a:moveTo>
                <a:lnTo>
                  <a:pt x="0" y="684276"/>
                </a:lnTo>
              </a:path>
            </a:pathLst>
          </a:custGeom>
          <a:ln w="762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0259" y="624554"/>
            <a:ext cx="10050780" cy="518158"/>
          </a:xfrm>
          <a:prstGeom prst="rect">
            <a:avLst/>
          </a:prstGeom>
        </p:spPr>
        <p:txBody>
          <a:bodyPr vert="horz" wrap="square" lIns="0" tIns="8642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800" spc="125" dirty="0">
                <a:latin typeface="Trebuchet MS"/>
                <a:cs typeface="Trebuchet MS"/>
              </a:rPr>
              <a:t>ЗАПРОС</a:t>
            </a:r>
          </a:p>
        </p:txBody>
      </p:sp>
      <p:pic>
        <p:nvPicPr>
          <p:cNvPr id="55" name="object 5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08592" y="0"/>
            <a:ext cx="2883407" cy="1602486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12</a:t>
            </a:fld>
            <a:endParaRPr spc="-50" dirty="0">
              <a:solidFill>
                <a:srgbClr val="FFFFFF"/>
              </a:solidFill>
            </a:endParaRPr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xmlns="" id="{53F2D3B2-6E3E-47B6-AAB5-F9146A747D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484" y="752599"/>
            <a:ext cx="1455005" cy="262069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49872084-3F56-47B5-95FE-110FA0602512}"/>
              </a:ext>
            </a:extLst>
          </p:cNvPr>
          <p:cNvSpPr/>
          <p:nvPr/>
        </p:nvSpPr>
        <p:spPr>
          <a:xfrm>
            <a:off x="457200" y="1620071"/>
            <a:ext cx="6781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latin typeface="Microsoft Sans Serif"/>
                <a:cs typeface="Microsoft Sans Serif"/>
              </a:rPr>
              <a:t>Опишите чего сейчас не хватает проекту для достижения ближайших шагов, обоснуйте.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Возможные категории: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компетенции и экспертиза 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финансирование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продвижение</a:t>
            </a:r>
            <a:br>
              <a:rPr lang="ru-RU" sz="1800" spc="-20" dirty="0">
                <a:latin typeface="Microsoft Sans Serif"/>
                <a:cs typeface="Microsoft Sans Serif"/>
              </a:rPr>
            </a:br>
            <a:r>
              <a:rPr lang="ru-RU" sz="1800" spc="-20" dirty="0">
                <a:latin typeface="Microsoft Sans Serif"/>
                <a:cs typeface="Microsoft Sans Serif"/>
              </a:rPr>
              <a:t>- нетворкинг и партнерства</a:t>
            </a:r>
          </a:p>
          <a:p>
            <a:r>
              <a:rPr lang="ru-RU" sz="1800" spc="-20" dirty="0">
                <a:latin typeface="Microsoft Sans Serif"/>
                <a:cs typeface="Microsoft Sans Serif"/>
              </a:rPr>
              <a:t/>
            </a:r>
            <a:br>
              <a:rPr lang="ru-RU" sz="1800" spc="-20" dirty="0">
                <a:latin typeface="Microsoft Sans Serif"/>
                <a:cs typeface="Microsoft Sans Serif"/>
              </a:rPr>
            </a:br>
            <a:endParaRPr lang="ru-RU" sz="1800" spc="-20" dirty="0">
              <a:latin typeface="Microsoft Sans Serif"/>
              <a:cs typeface="Microsoft Sans Serif"/>
            </a:endParaRPr>
          </a:p>
        </p:txBody>
      </p:sp>
      <p:pic>
        <p:nvPicPr>
          <p:cNvPr id="9" name="object 24">
            <a:extLst>
              <a:ext uri="{FF2B5EF4-FFF2-40B4-BE49-F238E27FC236}">
                <a16:creationId xmlns:a16="http://schemas.microsoft.com/office/drawing/2014/main" xmlns="" id="{6D585236-A408-4923-A266-EE0F080B400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14487" y="1849136"/>
            <a:ext cx="3977513" cy="491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95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3247" y="3855720"/>
            <a:ext cx="6778752" cy="300228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1506201" y="6442645"/>
            <a:ext cx="485520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655"/>
              </a:lnSpc>
            </a:pPr>
            <a:fld id="{81D60167-4931-47E6-BA6A-407CBD079E47}" type="slidenum">
              <a:rPr spc="-50" dirty="0">
                <a:solidFill>
                  <a:srgbClr val="FFFFFF"/>
                </a:solidFill>
              </a:rPr>
              <a:t>13</a:t>
            </a:fld>
            <a:endParaRPr spc="-50" dirty="0">
              <a:solidFill>
                <a:srgbClr val="FFFFFF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C10E38BD-4C72-4A3E-B19B-A777C21076A1}"/>
              </a:ext>
            </a:extLst>
          </p:cNvPr>
          <p:cNvSpPr/>
          <p:nvPr/>
        </p:nvSpPr>
        <p:spPr>
          <a:xfrm>
            <a:off x="609600" y="1404789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Прикрепите комментарии экспертов по вашему проекту (не менее 5 заключений) – в экспертизе должно быть отражено: теоретическая реализуемость, коммерческий потенциал, соответствие основным научным принципам.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5FFA1EB5-553E-47BF-A15D-536B148338FA}"/>
              </a:ext>
            </a:extLst>
          </p:cNvPr>
          <p:cNvSpPr/>
          <p:nvPr/>
        </p:nvSpPr>
        <p:spPr>
          <a:xfrm>
            <a:off x="609600" y="533400"/>
            <a:ext cx="5943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2400" b="1" spc="125" dirty="0">
                <a:solidFill>
                  <a:schemeClr val="bg1"/>
                </a:solidFill>
                <a:latin typeface="Trebuchet MS"/>
                <a:cs typeface="Trebuchet MS"/>
              </a:rPr>
              <a:t>ЭКСПЕРТНОЕ ЗАКЛЮЧЕНИЕ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1E7EECE7-4926-417C-AD28-0AB9ADD24EEF}"/>
              </a:ext>
            </a:extLst>
          </p:cNvPr>
          <p:cNvSpPr/>
          <p:nvPr/>
        </p:nvSpPr>
        <p:spPr>
          <a:xfrm>
            <a:off x="496823" y="5638800"/>
            <a:ext cx="62087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800" spc="-20" dirty="0">
                <a:solidFill>
                  <a:schemeClr val="bg1"/>
                </a:solidFill>
                <a:latin typeface="Microsoft Sans Serif"/>
                <a:cs typeface="Microsoft Sans Serif"/>
              </a:rPr>
              <a:t>Укажите ФИО эксперта и ссылку на профиль в ИС «Эксперты НТИ».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441</Words>
  <Application>Microsoft Office PowerPoint</Application>
  <PresentationFormat>Произвольный</PresentationFormat>
  <Paragraphs>86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Office Theme</vt:lpstr>
      <vt:lpstr>Презентация PowerPoint</vt:lpstr>
      <vt:lpstr>ПРОБЛЕМА</vt:lpstr>
      <vt:lpstr>РЕШЕНИЕ</vt:lpstr>
      <vt:lpstr>ТЕХНОЛОГИЧЕСКОЕ ЯДРО ПРОЕКТА</vt:lpstr>
      <vt:lpstr>КОНКУРЕНТЫ И АНАЛОГИ</vt:lpstr>
      <vt:lpstr>МОДЕЛЬ МОНЕТИЗАЦИИ  РЫНОК И ПОТРЕБИТЕЛИ</vt:lpstr>
      <vt:lpstr>КОМАНДА И ПРОГРЕСС</vt:lpstr>
      <vt:lpstr>ПАРТНЕРЫ</vt:lpstr>
      <vt:lpstr>УРОВЕНЬ ГОТОВНОСТИ ТЕХНОЛОГИИ</vt:lpstr>
      <vt:lpstr>ПРОГРЕСС ЗА ВРЕМЯ АКСЕЛЕРАЦИИ</vt:lpstr>
      <vt:lpstr>ПЛАНЫ РАЗВИТИЯ</vt:lpstr>
      <vt:lpstr>ЗАПРОС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Глебушкин Вячеслав Михайлович</dc:creator>
  <cp:lastModifiedBy>ЭМОП</cp:lastModifiedBy>
  <cp:revision>8</cp:revision>
  <dcterms:created xsi:type="dcterms:W3CDTF">2026-08-20T14:53:36Z</dcterms:created>
  <dcterms:modified xsi:type="dcterms:W3CDTF">2026-09-23T10:28:34Z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2026-06-25T00:00:00Z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2026-08-20T00:00:00Z</vt:filetime>
  </property>
  <property fmtid="{D5CDD505-2E9C-101B-9397-08002B2CF9AE}" pid="6" name="Producer">
    <vt:lpwstr>Microsoft® PowerPoint® 2016</vt:lpwstr>
  </property>
</Properties>
</file>